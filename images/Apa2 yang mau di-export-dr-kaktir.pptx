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72" r:id="rId5"/>
    <p:sldId id="273" r:id="rId6"/>
    <p:sldId id="270" r:id="rId7"/>
    <p:sldId id="271" r:id="rId8"/>
    <p:sldId id="258" r:id="rId9"/>
    <p:sldId id="260" r:id="rId10"/>
    <p:sldId id="262" r:id="rId11"/>
    <p:sldId id="269" r:id="rId12"/>
    <p:sldId id="266" r:id="rId13"/>
    <p:sldId id="263" r:id="rId14"/>
    <p:sldId id="265" r:id="rId15"/>
    <p:sldId id="267" r:id="rId16"/>
    <p:sldId id="268" r:id="rId17"/>
    <p:sldId id="264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4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45553-5264-4900-A797-F401555FC722}" v="21" dt="2024-10-27T00:09:13.9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37" d="100"/>
          <a:sy n="37" d="100"/>
        </p:scale>
        <p:origin x="1720" y="780"/>
      </p:cViewPr>
      <p:guideLst>
        <p:guide orient="horz" pos="2115"/>
        <p:guide pos="24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d-ID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Sheet1!$A$2:$A$5</c:f>
              <c:numCache>
                <c:formatCode>General</c:formatCode>
                <c:ptCount val="4"/>
                <c:pt idx="0">
                  <c:v>741225</c:v>
                </c:pt>
                <c:pt idx="1">
                  <c:v>748774</c:v>
                </c:pt>
                <c:pt idx="2">
                  <c:v>744737</c:v>
                </c:pt>
                <c:pt idx="3">
                  <c:v>755262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568-4AA2-8158-532C675EA2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d-ID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Sheet1!$A$2:$A$5</c:f>
              <c:numCache>
                <c:formatCode>General</c:formatCode>
                <c:ptCount val="4"/>
                <c:pt idx="0">
                  <c:v>741225</c:v>
                </c:pt>
                <c:pt idx="1">
                  <c:v>748774</c:v>
                </c:pt>
                <c:pt idx="2">
                  <c:v>744737</c:v>
                </c:pt>
                <c:pt idx="3">
                  <c:v>755262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2">
                  <c:v>2</c:v>
                </c:pt>
                <c:pt idx="3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568-4AA2-8158-532C675EA21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74469000"/>
        <c:axId val="574788000"/>
      </c:scatterChart>
      <c:valAx>
        <c:axId val="5744690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d-ID"/>
          </a:p>
        </c:txPr>
        <c:crossAx val="574788000"/>
        <c:crosses val="autoZero"/>
        <c:crossBetween val="midCat"/>
      </c:valAx>
      <c:valAx>
        <c:axId val="57478800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744690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d-ID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5C73-A3F9-1646-4FE1-15FB2E9D8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DAF404-FA33-71F5-64B0-A22CB4354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2DD04-1368-C1AB-D4D2-95FA5BC6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89540-2E91-5D17-C60F-1B7ED8D4F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07EEE-39B5-410D-DD58-0C60456F5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432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4FA8-77E7-DF85-79B7-F17BB1D75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A875C-934D-CD1D-CB69-89F495AD2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32CE3-DCF5-3D2D-F433-F44715C78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A71B0-26F7-0D68-ED2C-3D09D555B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539E1-6BA0-B035-CC8E-CDAD316D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6343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C4CA-2E64-72E9-5928-5480B3A4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25411-A3AF-FAEF-65B0-9D0868B51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07D8D-C5CA-D0EE-45E1-5E3C366F7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C474E-8AB0-A930-ED0F-651ABAB81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90023-17CC-9455-7203-0920C2DA9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918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1E4B6-A937-DDB4-969B-0C3843711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D9772-5E5D-ED04-D6E5-CBE4A0157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F38D1-9C46-4DE3-D7AE-892639090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84EBD-5B56-EF83-0732-A8A7C76E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278FF-8100-BE55-7D04-A3042C5EB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D0470-E971-7AB8-B96C-79B006B46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314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85F70-E72F-C054-4B52-DF3C8561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5956B-F7E7-548B-DDBB-10D736AC5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EA4174-3CE1-B43D-7BD4-93095756C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3D9FCD-D72C-EA25-96BF-2BEBFE2AA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9A093-76B6-EC47-655C-D7B9F65D9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D7129-5677-1244-F3DA-5F559A9FF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5C9BEA-EC9C-4625-89A1-6949C60DE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08BF10-F4F1-05EC-D4DF-556B838D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4702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948DE-8445-E8E5-DA5D-E8B0EFEAF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24AD73-3D38-BFE2-ECA1-E349F117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21C49-5FA4-B9BF-7A02-1FA405D4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6E418-192A-94AA-65FC-93A0FF44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24785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E8F0E-8A15-4A1E-AD5C-392A3F23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464C53-BC34-95E8-15C9-8FC6BFB10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76230-C1F8-AF09-0D30-AD100E2D8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8799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A6966-1332-5C77-7466-7AF537709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36F9B-2A50-FAAA-EA1A-9BF16660F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68C7B-493C-14D9-C036-D0CE5292D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FAE61-F183-B88A-6E4D-44460F766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A60D9-D96F-925D-6774-0BF502C28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97130-7D71-B7BC-7003-38AB7E8EB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4092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C016-35A7-5C8A-528E-3045322BD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267BA-E67D-FA66-EE55-87F528B61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50E0F-2745-4D42-0778-44BF5FA7B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F0CA4-2149-BF9A-7BA1-F4367FCC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B9DD8-C7B5-5838-E79D-CC504B09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67CA6-778F-C955-B838-26558F3B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5353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6CE72-4C3D-8071-BBDA-2B6C54864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0836B-D158-F8B1-17B1-5728C1138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6BA57-36D2-CA88-9FFF-5FB0398C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F735E-653C-6CC4-16EB-60628A1E2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52345-140D-7574-B40E-EF80F76D7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5953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34E7B3-3F16-1EDC-18EB-AD8301A279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9F951-998C-473D-88A0-A16AB341C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FFD33-B384-0F18-1781-A1286527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61CF8-305C-5093-4D60-EAD5AA64A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AB7B4-A786-D102-6FFD-41719CE6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3786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3328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0765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073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6145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5053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10662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61667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62966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08064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7740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9730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F029E6-2115-D786-FD52-256CD6E50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223EE-4AD6-EE41-13F0-70C262FC2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59D40-7BDF-61D0-1FC2-ABFCF4323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E1B85-942B-C55C-174A-E1F624846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B2E87-A670-DC74-3EDF-52DD4257E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454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D4EFB-5222-4BFE-BB9D-6ECCF175B483}" type="datetimeFigureOut">
              <a:rPr lang="en-ID" smtClean="0"/>
              <a:t>11/03/2026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9714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18ED1-194F-253A-18DB-1052E81409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3CDCC-83D2-DA69-08FB-DEFA43D2AF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3449EC-67BF-0B57-1971-6A982A419466}"/>
                  </a:ext>
                </a:extLst>
              </p:cNvPr>
              <p:cNvSpPr txBox="1"/>
              <p:nvPr/>
            </p:nvSpPr>
            <p:spPr>
              <a:xfrm>
                <a:off x="3110753" y="373886"/>
                <a:ext cx="6096000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3449EC-67BF-0B57-1971-6A982A419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753" y="373886"/>
                <a:ext cx="6096000" cy="910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DBCAD0-D289-9978-1F65-AE294F06B5F6}"/>
                  </a:ext>
                </a:extLst>
              </p:cNvPr>
              <p:cNvSpPr txBox="1"/>
              <p:nvPr/>
            </p:nvSpPr>
            <p:spPr>
              <a:xfrm>
                <a:off x="5199530" y="1376660"/>
                <a:ext cx="3774141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  <m:sub/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  <m:sub/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DBCAD0-D289-9978-1F65-AE294F06B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530" y="1376660"/>
                <a:ext cx="3774141" cy="910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055C16-33E2-1B84-D183-2FD8EAB113E1}"/>
                  </a:ext>
                </a:extLst>
              </p:cNvPr>
              <p:cNvSpPr txBox="1"/>
              <p:nvPr/>
            </p:nvSpPr>
            <p:spPr>
              <a:xfrm>
                <a:off x="4796118" y="4627699"/>
                <a:ext cx="2187388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055C16-33E2-1B84-D183-2FD8EAB11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6118" y="4627699"/>
                <a:ext cx="2187388" cy="9106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473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3BD9-54E5-D9E7-E069-5C47E277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7A5F5-895B-7E70-2E37-E9B09B847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7">
                <a:extLst>
                  <a:ext uri="{FF2B5EF4-FFF2-40B4-BE49-F238E27FC236}">
                    <a16:creationId xmlns:a16="http://schemas.microsoft.com/office/drawing/2014/main" id="{1F27DD4A-57A5-2D88-B6DC-8FDA8F97A5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6222785"/>
                  </p:ext>
                </p:extLst>
              </p:nvPr>
            </p:nvGraphicFramePr>
            <p:xfrm>
              <a:off x="4254834" y="1998606"/>
              <a:ext cx="6794166" cy="40053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3778">
                      <a:extLst>
                        <a:ext uri="{9D8B030D-6E8A-4147-A177-3AD203B41FA5}">
                          <a16:colId xmlns:a16="http://schemas.microsoft.com/office/drawing/2014/main" val="23365986"/>
                        </a:ext>
                      </a:extLst>
                    </a:gridCol>
                    <a:gridCol w="2405666">
                      <a:extLst>
                        <a:ext uri="{9D8B030D-6E8A-4147-A177-3AD203B41FA5}">
                          <a16:colId xmlns:a16="http://schemas.microsoft.com/office/drawing/2014/main" val="2030676054"/>
                        </a:ext>
                      </a:extLst>
                    </a:gridCol>
                    <a:gridCol w="2264722">
                      <a:extLst>
                        <a:ext uri="{9D8B030D-6E8A-4147-A177-3AD203B41FA5}">
                          <a16:colId xmlns:a16="http://schemas.microsoft.com/office/drawing/2014/main" val="2121006833"/>
                        </a:ext>
                      </a:extLst>
                    </a:gridCol>
                  </a:tblGrid>
                  <a:tr h="467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/>
                            <a:t>Nama parameter yang </a:t>
                          </a:r>
                          <a:r>
                            <a:rPr lang="en-US" sz="1200" err="1"/>
                            <a:t>diestimasi</a:t>
                          </a:r>
                          <a:r>
                            <a:rPr lang="en-US" sz="120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r>
                            <a:rPr lang="en-ID" sz="1200"/>
                            <a:t>)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/>
                            <a:t>Nama </a:t>
                          </a:r>
                          <a:r>
                            <a:rPr lang="en-US" sz="1200" err="1"/>
                            <a:t>statistik</a:t>
                          </a:r>
                          <a:r>
                            <a:rPr lang="en-US" sz="1200"/>
                            <a:t> yang </a:t>
                          </a:r>
                          <a:r>
                            <a:rPr lang="en-US" sz="1200" err="1"/>
                            <a:t>menjadi</a:t>
                          </a:r>
                          <a:r>
                            <a:rPr lang="en-US" sz="1200"/>
                            <a:t> estimator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acc>
                            </m:oMath>
                          </a14:m>
                          <a:r>
                            <a:rPr lang="en-ID" sz="1200"/>
                            <a:t>)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err="1"/>
                            <a:t>Standar</a:t>
                          </a:r>
                          <a:r>
                            <a:rPr lang="en-US" sz="1200"/>
                            <a:t> error </a:t>
                          </a:r>
                          <a:r>
                            <a:rPr lang="en-US" sz="1200" err="1"/>
                            <a:t>distribusi</a:t>
                          </a:r>
                          <a:r>
                            <a:rPr lang="en-US" sz="1200"/>
                            <a:t> </a:t>
                          </a:r>
                          <a:r>
                            <a:rPr lang="en-US" sz="1200" err="1"/>
                            <a:t>sampelnya</a:t>
                          </a:r>
                          <a:endParaRPr lang="en-ID" sz="120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757907796"/>
                      </a:ext>
                    </a:extLst>
                  </a:tr>
                  <a:tr h="438974"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Rata-rata (</a:t>
                          </a:r>
                          <a:r>
                            <a:rPr lang="en-US" sz="1200" err="1"/>
                            <a:t>simbol</a:t>
                          </a:r>
                          <a:r>
                            <a:rPr lang="en-US" sz="1200"/>
                            <a:t>: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ID" sz="120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8096822"/>
                      </a:ext>
                    </a:extLst>
                  </a:tr>
                  <a:tr h="459293"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Perbedaan rata-rata </a:t>
                          </a:r>
                          <a:r>
                            <a:rPr lang="en-US" sz="1200" err="1"/>
                            <a:t>berpasangan</a:t>
                          </a:r>
                          <a:r>
                            <a:rPr lang="en-US" sz="1200"/>
                            <a:t> (</a:t>
                          </a:r>
                          <a:r>
                            <a:rPr lang="en-US" sz="1200" err="1"/>
                            <a:t>simbol</a:t>
                          </a:r>
                          <a:r>
                            <a:rPr lang="en-US" sz="1200"/>
                            <a:t>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D" sz="120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acc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5010040"/>
                      </a:ext>
                    </a:extLst>
                  </a:tr>
                  <a:tr h="639803"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Perbedaan rata-rata independent (</a:t>
                          </a:r>
                          <a:r>
                            <a:rPr lang="en-US" sz="1200" err="1"/>
                            <a:t>simbol</a:t>
                          </a:r>
                          <a:r>
                            <a:rPr lang="en-US" sz="1200"/>
                            <a:t>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D" sz="120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Sup>
                                      <m:sSubSup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7495591"/>
                      </a:ext>
                    </a:extLst>
                  </a:tr>
                  <a:tr h="487324"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Proporsi (</a:t>
                          </a:r>
                          <a:r>
                            <a:rPr lang="en-US" sz="1200" err="1"/>
                            <a:t>simbol</a:t>
                          </a:r>
                          <a:r>
                            <a:rPr lang="en-US" sz="1200"/>
                            <a:t>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D" sz="1200"/>
                            <a:t> atau</a:t>
                          </a:r>
                          <a:r>
                            <a:rPr lang="en-ID" sz="1200" baseline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/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D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atau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̂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id-ID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lang="id-ID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4023536"/>
                      </a:ext>
                    </a:extLst>
                  </a:tr>
                  <a:tr h="639803"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Perbedaan </a:t>
                          </a:r>
                          <a:r>
                            <a:rPr lang="en-US" sz="1200" err="1"/>
                            <a:t>proporsi</a:t>
                          </a:r>
                          <a:r>
                            <a:rPr lang="en-US" sz="1200"/>
                            <a:t> independent (</a:t>
                          </a:r>
                          <a:r>
                            <a:rPr lang="en-US" sz="1200" err="1"/>
                            <a:t>simbol</a:t>
                          </a:r>
                          <a:r>
                            <a:rPr lang="en-US" sz="1200"/>
                            <a:t>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ID" sz="1200"/>
                            <a:t>atau</a:t>
                          </a:r>
                          <a:r>
                            <a:rPr lang="en-ID" sz="1200" baseline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D" sz="120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ID" sz="1200"/>
                            <a:t>atau</a:t>
                          </a:r>
                          <a:r>
                            <a:rPr lang="en-ID" sz="1200" baseline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ID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Sup>
                                      <m:sSubSup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id-ID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id-ID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id-ID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id-ID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id-ID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id-ID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62823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7">
                <a:extLst>
                  <a:ext uri="{FF2B5EF4-FFF2-40B4-BE49-F238E27FC236}">
                    <a16:creationId xmlns:a16="http://schemas.microsoft.com/office/drawing/2014/main" id="{1F27DD4A-57A5-2D88-B6DC-8FDA8F97A5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6222785"/>
                  </p:ext>
                </p:extLst>
              </p:nvPr>
            </p:nvGraphicFramePr>
            <p:xfrm>
              <a:off x="4254834" y="1998606"/>
              <a:ext cx="6794166" cy="40053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3778">
                      <a:extLst>
                        <a:ext uri="{9D8B030D-6E8A-4147-A177-3AD203B41FA5}">
                          <a16:colId xmlns:a16="http://schemas.microsoft.com/office/drawing/2014/main" val="23365986"/>
                        </a:ext>
                      </a:extLst>
                    </a:gridCol>
                    <a:gridCol w="2405666">
                      <a:extLst>
                        <a:ext uri="{9D8B030D-6E8A-4147-A177-3AD203B41FA5}">
                          <a16:colId xmlns:a16="http://schemas.microsoft.com/office/drawing/2014/main" val="2030676054"/>
                        </a:ext>
                      </a:extLst>
                    </a:gridCol>
                    <a:gridCol w="2264722">
                      <a:extLst>
                        <a:ext uri="{9D8B030D-6E8A-4147-A177-3AD203B41FA5}">
                          <a16:colId xmlns:a16="http://schemas.microsoft.com/office/drawing/2014/main" val="2121006833"/>
                        </a:ext>
                      </a:extLst>
                    </a:gridCol>
                  </a:tblGrid>
                  <a:tr h="4672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blipFill>
                          <a:blip r:embed="rId2"/>
                          <a:stretch>
                            <a:fillRect l="-287" t="-1299" r="-220917" b="-75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blipFill>
                          <a:blip r:embed="rId2"/>
                          <a:stretch>
                            <a:fillRect l="-88608" t="-1299" r="-95190" b="-75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err="1"/>
                            <a:t>Standar</a:t>
                          </a:r>
                          <a:r>
                            <a:rPr lang="en-US" sz="1200" dirty="0"/>
                            <a:t> error </a:t>
                          </a:r>
                          <a:r>
                            <a:rPr lang="en-US" sz="1200" dirty="0" err="1"/>
                            <a:t>distribusi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sampelnya</a:t>
                          </a:r>
                          <a:endParaRPr lang="en-ID" sz="12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757907796"/>
                      </a:ext>
                    </a:extLst>
                  </a:tr>
                  <a:tr h="4389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7" t="-108333" r="-220917" b="-709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608" t="-108333" r="-95190" b="-709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69" t="-108333" r="-1075" b="-7097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8096822"/>
                      </a:ext>
                    </a:extLst>
                  </a:tr>
                  <a:tr h="4592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7" t="-200000" r="-220917" b="-58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608" t="-200000" r="-95190" b="-58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69" t="-200000" r="-1075" b="-58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5010040"/>
                      </a:ext>
                    </a:extLst>
                  </a:tr>
                  <a:tr h="1003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7" t="-136364" r="-220917" b="-16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608" t="-136364" r="-95190" b="-16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69" t="-136364" r="-1075" b="-164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7495591"/>
                      </a:ext>
                    </a:extLst>
                  </a:tr>
                  <a:tr h="631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7" t="-375000" r="-220917" b="-1605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608" t="-375000" r="-95190" b="-1605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69" t="-375000" r="-1075" b="-1605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4023536"/>
                      </a:ext>
                    </a:extLst>
                  </a:tr>
                  <a:tr h="1003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7" t="-299394" r="-220917" b="-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608" t="-299394" r="-95190" b="-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69" t="-299394" r="-1075" b="-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28239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0920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54257660-421F-46DA-9628-9746A5C1D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161" y="2662015"/>
            <a:ext cx="6710628" cy="17385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19D07E-47CA-BB41-D0D6-FE4AECDF94B3}"/>
              </a:ext>
            </a:extLst>
          </p:cNvPr>
          <p:cNvSpPr txBox="1"/>
          <p:nvPr/>
        </p:nvSpPr>
        <p:spPr>
          <a:xfrm>
            <a:off x="5396594" y="1930670"/>
            <a:ext cx="29594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Frekuensi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diamati</a:t>
            </a:r>
            <a:endParaRPr lang="en-US" sz="2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(observed frequency)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</a:t>
            </a:r>
            <a:endParaRPr lang="en-ID" sz="2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E668FF-31FB-74DB-D788-EC387D5C6472}"/>
              </a:ext>
            </a:extLst>
          </p:cNvPr>
          <p:cNvSpPr/>
          <p:nvPr/>
        </p:nvSpPr>
        <p:spPr>
          <a:xfrm>
            <a:off x="5002306" y="3357563"/>
            <a:ext cx="2829353" cy="6124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AD8622C4-6D97-D63E-A072-EC055F479C07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rot="10800000" flipH="1">
            <a:off x="5002306" y="2284614"/>
            <a:ext cx="394288" cy="1379191"/>
          </a:xfrm>
          <a:prstGeom prst="curvedConnector3">
            <a:avLst>
              <a:gd name="adj1" fmla="val -5797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B5C52E-E1D2-5ED2-C15D-93879F1F07EB}"/>
              </a:ext>
            </a:extLst>
          </p:cNvPr>
          <p:cNvSpPr txBox="1"/>
          <p:nvPr/>
        </p:nvSpPr>
        <p:spPr>
          <a:xfrm>
            <a:off x="9018872" y="3522374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baris</a:t>
            </a:r>
            <a:endParaRPr lang="en-ID" sz="2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92FD40-DB86-C808-B076-D2AC6EC0AE61}"/>
              </a:ext>
            </a:extLst>
          </p:cNvPr>
          <p:cNvSpPr/>
          <p:nvPr/>
        </p:nvSpPr>
        <p:spPr>
          <a:xfrm>
            <a:off x="7876852" y="3357563"/>
            <a:ext cx="1029555" cy="6124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EE141B71-987B-4FD4-6B64-4B0382BBA127}"/>
              </a:ext>
            </a:extLst>
          </p:cNvPr>
          <p:cNvCxnSpPr>
            <a:cxnSpLocks/>
            <a:stCxn id="11" idx="0"/>
            <a:endCxn id="10" idx="0"/>
          </p:cNvCxnSpPr>
          <p:nvPr/>
        </p:nvCxnSpPr>
        <p:spPr>
          <a:xfrm rot="16200000" flipH="1">
            <a:off x="8946732" y="2802460"/>
            <a:ext cx="164811" cy="1275016"/>
          </a:xfrm>
          <a:prstGeom prst="curvedConnector3">
            <a:avLst>
              <a:gd name="adj1" fmla="val -13870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3657EAF-A2CE-2B4C-2CD3-0EE44CCD5E0C}"/>
              </a:ext>
            </a:extLst>
          </p:cNvPr>
          <p:cNvSpPr txBox="1"/>
          <p:nvPr/>
        </p:nvSpPr>
        <p:spPr>
          <a:xfrm>
            <a:off x="5199450" y="4413813"/>
            <a:ext cx="1423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kolom</a:t>
            </a:r>
            <a:endParaRPr lang="en-ID" sz="2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FDAB5B-F049-2979-AF9D-4E8DE86641DA}"/>
              </a:ext>
            </a:extLst>
          </p:cNvPr>
          <p:cNvSpPr/>
          <p:nvPr/>
        </p:nvSpPr>
        <p:spPr>
          <a:xfrm>
            <a:off x="5002306" y="4025975"/>
            <a:ext cx="2829353" cy="3186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C2A81ADE-4CB7-F260-89A4-8CE463BCF0AB}"/>
              </a:ext>
            </a:extLst>
          </p:cNvPr>
          <p:cNvCxnSpPr>
            <a:cxnSpLocks/>
            <a:stCxn id="17" idx="1"/>
            <a:endCxn id="16" idx="1"/>
          </p:cNvCxnSpPr>
          <p:nvPr/>
        </p:nvCxnSpPr>
        <p:spPr>
          <a:xfrm rot="10800000" flipH="1" flipV="1">
            <a:off x="5002306" y="4185304"/>
            <a:ext cx="197144" cy="428564"/>
          </a:xfrm>
          <a:prstGeom prst="curvedConnector3">
            <a:avLst>
              <a:gd name="adj1" fmla="val -11595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0C18BBE-E195-9307-340C-DA68DD698D6B}"/>
              </a:ext>
            </a:extLst>
          </p:cNvPr>
          <p:cNvSpPr/>
          <p:nvPr/>
        </p:nvSpPr>
        <p:spPr>
          <a:xfrm>
            <a:off x="7876851" y="4025975"/>
            <a:ext cx="1029556" cy="3186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538C0F-F78E-0EC4-AD45-631175EEC4C6}"/>
              </a:ext>
            </a:extLst>
          </p:cNvPr>
          <p:cNvSpPr txBox="1"/>
          <p:nvPr/>
        </p:nvSpPr>
        <p:spPr>
          <a:xfrm>
            <a:off x="7963545" y="4435796"/>
            <a:ext cx="2563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keseluruhan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(N)</a:t>
            </a:r>
            <a:endParaRPr lang="en-ID" sz="2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F5A89299-8BEA-FAEA-5FEB-F95A1CA9F3DC}"/>
              </a:ext>
            </a:extLst>
          </p:cNvPr>
          <p:cNvCxnSpPr>
            <a:cxnSpLocks/>
            <a:stCxn id="23" idx="1"/>
            <a:endCxn id="24" idx="1"/>
          </p:cNvCxnSpPr>
          <p:nvPr/>
        </p:nvCxnSpPr>
        <p:spPr>
          <a:xfrm rot="10800000" flipH="1" flipV="1">
            <a:off x="7876851" y="4185303"/>
            <a:ext cx="86694" cy="450547"/>
          </a:xfrm>
          <a:prstGeom prst="curvedConnector3">
            <a:avLst>
              <a:gd name="adj1" fmla="val -26368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4D17AB8D-A7D7-6EDD-3458-EE9A906EBFD1}"/>
              </a:ext>
            </a:extLst>
          </p:cNvPr>
          <p:cNvSpPr/>
          <p:nvPr/>
        </p:nvSpPr>
        <p:spPr>
          <a:xfrm>
            <a:off x="3379694" y="3254188"/>
            <a:ext cx="1622611" cy="987070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39794D61-DDF7-01E1-DA6F-DB20D7A7D50F}"/>
              </a:ext>
            </a:extLst>
          </p:cNvPr>
          <p:cNvCxnSpPr>
            <a:cxnSpLocks/>
            <a:stCxn id="32" idx="2"/>
            <a:endCxn id="36" idx="1"/>
          </p:cNvCxnSpPr>
          <p:nvPr/>
        </p:nvCxnSpPr>
        <p:spPr>
          <a:xfrm rot="10800000">
            <a:off x="2178872" y="2332269"/>
            <a:ext cx="1200822" cy="1415455"/>
          </a:xfrm>
          <a:prstGeom prst="curvedConnector3">
            <a:avLst>
              <a:gd name="adj1" fmla="val 119037"/>
            </a:avLst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FD807D6-C344-2B63-0E93-D17DEA36DB5D}"/>
              </a:ext>
            </a:extLst>
          </p:cNvPr>
          <p:cNvSpPr txBox="1"/>
          <p:nvPr/>
        </p:nvSpPr>
        <p:spPr>
          <a:xfrm>
            <a:off x="2178872" y="2132213"/>
            <a:ext cx="27510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Nilai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berdasar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kategori</a:t>
            </a:r>
            <a:endParaRPr lang="en-ID" sz="20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4741A8E-6E89-6C83-E753-284A5FC9BE1C}"/>
              </a:ext>
            </a:extLst>
          </p:cNvPr>
          <p:cNvSpPr/>
          <p:nvPr/>
        </p:nvSpPr>
        <p:spPr>
          <a:xfrm>
            <a:off x="4927015" y="2963129"/>
            <a:ext cx="2904644" cy="465872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E19BA1C7-5ACD-0CA6-D614-7550BF03678F}"/>
              </a:ext>
            </a:extLst>
          </p:cNvPr>
          <p:cNvCxnSpPr>
            <a:cxnSpLocks/>
            <a:stCxn id="38" idx="2"/>
            <a:endCxn id="36" idx="1"/>
          </p:cNvCxnSpPr>
          <p:nvPr/>
        </p:nvCxnSpPr>
        <p:spPr>
          <a:xfrm rot="10800000">
            <a:off x="2178873" y="2332269"/>
            <a:ext cx="2748143" cy="863797"/>
          </a:xfrm>
          <a:prstGeom prst="curvedConnector3">
            <a:avLst>
              <a:gd name="adj1" fmla="val 108318"/>
            </a:avLst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82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5BFDAA-59A2-B2A6-911A-D338AE5A2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50" y="1034863"/>
            <a:ext cx="3746500" cy="933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CC8A9B-4E39-88ED-7DE6-DEE720CD9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50" y="2261884"/>
            <a:ext cx="4356100" cy="933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3A078A-BF77-AD17-26B4-29F002423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950" y="3488905"/>
            <a:ext cx="4356100" cy="111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81C2A8-D009-D94B-4D06-66E347C464D8}"/>
              </a:ext>
            </a:extLst>
          </p:cNvPr>
          <p:cNvSpPr txBox="1"/>
          <p:nvPr/>
        </p:nvSpPr>
        <p:spPr>
          <a:xfrm>
            <a:off x="869950" y="1969801"/>
            <a:ext cx="22392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Tabel Silang </a:t>
            </a:r>
            <a:r>
              <a:rPr lang="en-US" sz="14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Ukuran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3x2</a:t>
            </a:r>
            <a:endParaRPr lang="en-ID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DAE70-BE20-9165-86B3-61FAAECAF9CC}"/>
              </a:ext>
            </a:extLst>
          </p:cNvPr>
          <p:cNvSpPr txBox="1"/>
          <p:nvPr/>
        </p:nvSpPr>
        <p:spPr>
          <a:xfrm>
            <a:off x="869950" y="3215206"/>
            <a:ext cx="22392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Tabel Silang </a:t>
            </a:r>
            <a:r>
              <a:rPr lang="en-US" sz="14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Ukuran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3x3</a:t>
            </a:r>
            <a:endParaRPr lang="en-ID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5F432-EEA0-642C-E531-68385BB25A50}"/>
              </a:ext>
            </a:extLst>
          </p:cNvPr>
          <p:cNvSpPr txBox="1"/>
          <p:nvPr/>
        </p:nvSpPr>
        <p:spPr>
          <a:xfrm>
            <a:off x="808797" y="727086"/>
            <a:ext cx="22392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Tabel Silang </a:t>
            </a:r>
            <a:r>
              <a:rPr lang="en-US" sz="14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Ukuran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2x2</a:t>
            </a:r>
            <a:endParaRPr lang="en-ID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885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92BC24-63A4-3314-0C26-0800A6407D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885"/>
          <a:stretch>
            <a:fillRect/>
          </a:stretch>
        </p:blipFill>
        <p:spPr bwMode="auto">
          <a:xfrm>
            <a:off x="1157349" y="556680"/>
            <a:ext cx="5477627" cy="66431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4D298B-61CF-2203-F0A6-2C0E4D5348F5}"/>
              </a:ext>
            </a:extLst>
          </p:cNvPr>
          <p:cNvCxnSpPr>
            <a:cxnSpLocks/>
          </p:cNvCxnSpPr>
          <p:nvPr/>
        </p:nvCxnSpPr>
        <p:spPr>
          <a:xfrm>
            <a:off x="2553623" y="1025912"/>
            <a:ext cx="0" cy="470581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15700C-F56B-A36F-B631-7E8BF34A1270}"/>
              </a:ext>
            </a:extLst>
          </p:cNvPr>
          <p:cNvCxnSpPr>
            <a:cxnSpLocks/>
          </p:cNvCxnSpPr>
          <p:nvPr/>
        </p:nvCxnSpPr>
        <p:spPr>
          <a:xfrm>
            <a:off x="1850065" y="5838057"/>
            <a:ext cx="51036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7410CF-8CEF-8240-AECA-917CB533317F}"/>
                  </a:ext>
                </a:extLst>
              </p:cNvPr>
              <p:cNvSpPr txBox="1"/>
              <p:nvPr/>
            </p:nvSpPr>
            <p:spPr>
              <a:xfrm>
                <a:off x="2114602" y="511082"/>
                <a:ext cx="10269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𝑑𝑓𝑏</m:t>
                      </m:r>
                    </m:oMath>
                  </m:oMathPara>
                </a14:m>
                <a:endParaRPr lang="en-ID" sz="1400" dirty="0">
                  <a:solidFill>
                    <a:srgbClr val="FF0000"/>
                  </a:solidFill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7410CF-8CEF-8240-AECA-917CB5333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602" y="511082"/>
                <a:ext cx="1026909" cy="307777"/>
              </a:xfrm>
              <a:prstGeom prst="rect">
                <a:avLst/>
              </a:prstGeom>
              <a:blipFill>
                <a:blip r:embed="rId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4DCE69-B828-E49C-A192-D7B8DA20F881}"/>
                  </a:ext>
                </a:extLst>
              </p:cNvPr>
              <p:cNvSpPr txBox="1"/>
              <p:nvPr/>
            </p:nvSpPr>
            <p:spPr>
              <a:xfrm>
                <a:off x="1157348" y="5861283"/>
                <a:ext cx="2376787" cy="518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2=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𝑑𝑓𝑤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4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𝑑𝑖𝑡𝑒𝑛𝑡𝑢𝑘𝑎𝑛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𝑏𝑒𝑟𝑑𝑎𝑠𝑎𝑟𝑘𝑎𝑛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𝑛𝑖𝑙𝑎𝑖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𝑡𝑒𝑟𝑑𝑒𝑘𝑎𝑡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D" sz="1400" dirty="0">
                  <a:solidFill>
                    <a:srgbClr val="FF0000"/>
                  </a:solidFill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4DCE69-B828-E49C-A192-D7B8DA20F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348" y="5861283"/>
                <a:ext cx="2376787" cy="518283"/>
              </a:xfrm>
              <a:prstGeom prst="rect">
                <a:avLst/>
              </a:prstGeom>
              <a:blipFill>
                <a:blip r:embed="rId4"/>
                <a:stretch>
                  <a:fillRect r="-3743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A29CBA58-9FD5-AB65-300F-4472E22D9E68}"/>
              </a:ext>
            </a:extLst>
          </p:cNvPr>
          <p:cNvSpPr/>
          <p:nvPr/>
        </p:nvSpPr>
        <p:spPr>
          <a:xfrm>
            <a:off x="2360428" y="5731727"/>
            <a:ext cx="510361" cy="214617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2446E8-4DEA-C7A1-DE8C-445A798A39BD}"/>
                  </a:ext>
                </a:extLst>
              </p:cNvPr>
              <p:cNvSpPr txBox="1"/>
              <p:nvPr/>
            </p:nvSpPr>
            <p:spPr>
              <a:xfrm>
                <a:off x="2707768" y="5684168"/>
                <a:ext cx="23767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h𝑖𝑡𝑢𝑛𝑔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𝑡𝑖𝑡𝑖𝑘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𝑘𝑟𝑖𝑡𝑖𝑠</m:t>
                      </m:r>
                    </m:oMath>
                  </m:oMathPara>
                </a14:m>
                <a:endParaRPr lang="en-ID" sz="1400" dirty="0">
                  <a:solidFill>
                    <a:srgbClr val="FF0000"/>
                  </a:solidFill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2446E8-4DEA-C7A1-DE8C-445A798A3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768" y="5684168"/>
                <a:ext cx="2376787" cy="307777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02ED4BE-28AE-9772-A1FB-EA2371A07FE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96" b="11916"/>
          <a:stretch>
            <a:fillRect/>
          </a:stretch>
        </p:blipFill>
        <p:spPr bwMode="auto">
          <a:xfrm>
            <a:off x="7802102" y="2126216"/>
            <a:ext cx="3161665" cy="2159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60C6D12-9AA0-4DF1-B965-5217B0A78857}"/>
                  </a:ext>
                </a:extLst>
              </p:cNvPr>
              <p:cNvSpPr txBox="1"/>
              <p:nvPr/>
            </p:nvSpPr>
            <p:spPr>
              <a:xfrm>
                <a:off x="10409782" y="3167390"/>
                <a:ext cx="237678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𝑖𝑙𝑎𝑦𝑎h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𝑘𝑟𝑖𝑡𝑖𝑠</m:t>
                      </m:r>
                    </m:oMath>
                  </m:oMathPara>
                </a14:m>
                <a:endParaRPr lang="en-ID" sz="1400" dirty="0">
                  <a:solidFill>
                    <a:srgbClr val="FF0000"/>
                  </a:solidFill>
                  <a:latin typeface="Average Sans" panose="02000503040000020003" pitchFamily="2" charset="0"/>
                </a:endParaRPr>
              </a:p>
              <a:p>
                <a:r>
                  <a:rPr lang="en-ID" sz="1400" dirty="0">
                    <a:solidFill>
                      <a:srgbClr val="FF0000"/>
                    </a:solidFill>
                    <a:latin typeface="Average Sans" panose="02000503040000020003" pitchFamily="2" charset="0"/>
                  </a:rPr>
                  <a:t>Ho </a:t>
                </a:r>
                <a:r>
                  <a:rPr lang="en-ID" sz="1400" dirty="0" err="1">
                    <a:solidFill>
                      <a:srgbClr val="FF0000"/>
                    </a:solidFill>
                    <a:latin typeface="Average Sans" panose="02000503040000020003" pitchFamily="2" charset="0"/>
                  </a:rPr>
                  <a:t>ditolak</a:t>
                </a:r>
                <a:endParaRPr lang="en-ID" sz="1400" dirty="0">
                  <a:solidFill>
                    <a:srgbClr val="FF0000"/>
                  </a:solidFill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60C6D12-9AA0-4DF1-B965-5217B0A7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9782" y="3167390"/>
                <a:ext cx="2376787" cy="523220"/>
              </a:xfrm>
              <a:prstGeom prst="rect">
                <a:avLst/>
              </a:prstGeom>
              <a:blipFill>
                <a:blip r:embed="rId7"/>
                <a:stretch>
                  <a:fillRect l="-769" b="-1176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833692-6605-DD87-26F0-BDBE0B2005E3}"/>
                  </a:ext>
                </a:extLst>
              </p:cNvPr>
              <p:cNvSpPr txBox="1"/>
              <p:nvPr/>
            </p:nvSpPr>
            <p:spPr>
              <a:xfrm>
                <a:off x="8194540" y="3275111"/>
                <a:ext cx="23767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𝑔𝑎𝑔𝑎𝑙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𝑑𝑖𝑡𝑜𝑙𝑎𝑘</m:t>
                      </m:r>
                    </m:oMath>
                  </m:oMathPara>
                </a14:m>
                <a:endParaRPr lang="en-ID" sz="1400" dirty="0">
                  <a:solidFill>
                    <a:srgbClr val="FF0000"/>
                  </a:solidFill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833692-6605-DD87-26F0-BDBE0B200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540" y="3275111"/>
                <a:ext cx="2376787" cy="307777"/>
              </a:xfrm>
              <a:prstGeom prst="rect">
                <a:avLst/>
              </a:prstGeom>
              <a:blipFill>
                <a:blip r:embed="rId8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701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4D6DB-D88D-40F1-9341-6780554BA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D29A1F-783D-4A48-B5D2-FC426F9DC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859" y="781977"/>
            <a:ext cx="4248368" cy="509296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107657-3C6F-233A-FC9B-C2BB04716664}"/>
              </a:ext>
            </a:extLst>
          </p:cNvPr>
          <p:cNvCxnSpPr>
            <a:cxnSpLocks/>
          </p:cNvCxnSpPr>
          <p:nvPr/>
        </p:nvCxnSpPr>
        <p:spPr>
          <a:xfrm>
            <a:off x="2553623" y="1329071"/>
            <a:ext cx="0" cy="3636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DDEC16-8288-E63F-9617-E180E7BF6908}"/>
              </a:ext>
            </a:extLst>
          </p:cNvPr>
          <p:cNvCxnSpPr>
            <a:cxnSpLocks/>
          </p:cNvCxnSpPr>
          <p:nvPr/>
        </p:nvCxnSpPr>
        <p:spPr>
          <a:xfrm>
            <a:off x="1839432" y="5083138"/>
            <a:ext cx="51036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A1891914-C956-03C8-D79D-A5F84F63AE94}"/>
              </a:ext>
            </a:extLst>
          </p:cNvPr>
          <p:cNvSpPr/>
          <p:nvPr/>
        </p:nvSpPr>
        <p:spPr>
          <a:xfrm>
            <a:off x="2339162" y="4976815"/>
            <a:ext cx="510361" cy="214617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04ED4D-896A-009B-FB36-44299A899A31}"/>
                  </a:ext>
                </a:extLst>
              </p:cNvPr>
              <p:cNvSpPr txBox="1"/>
              <p:nvPr/>
            </p:nvSpPr>
            <p:spPr>
              <a:xfrm>
                <a:off x="1019281" y="829172"/>
                <a:ext cx="12777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D" sz="1400" dirty="0">
                  <a:solidFill>
                    <a:srgbClr val="FF0000"/>
                  </a:solidFill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04ED4D-896A-009B-FB36-44299A899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281" y="829172"/>
                <a:ext cx="1277716" cy="307777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C32EA578-EBE0-24CE-DA96-6079E32C544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96" b="11916"/>
          <a:stretch>
            <a:fillRect/>
          </a:stretch>
        </p:blipFill>
        <p:spPr bwMode="auto">
          <a:xfrm>
            <a:off x="8828949" y="425007"/>
            <a:ext cx="3161665" cy="2159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957D36-0A33-E979-5F8D-AD4A33B0FB97}"/>
                  </a:ext>
                </a:extLst>
              </p:cNvPr>
              <p:cNvSpPr txBox="1"/>
              <p:nvPr/>
            </p:nvSpPr>
            <p:spPr>
              <a:xfrm>
                <a:off x="10409782" y="3167390"/>
                <a:ext cx="237678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𝑖𝑙𝑎𝑦𝑎h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𝑘𝑟𝑖𝑡𝑖𝑠</m:t>
                      </m:r>
                    </m:oMath>
                  </m:oMathPara>
                </a14:m>
                <a:endParaRPr lang="en-ID" sz="1400" dirty="0">
                  <a:solidFill>
                    <a:srgbClr val="FF0000"/>
                  </a:solidFill>
                  <a:latin typeface="Average Sans" panose="02000503040000020003" pitchFamily="2" charset="0"/>
                </a:endParaRPr>
              </a:p>
              <a:p>
                <a:r>
                  <a:rPr lang="en-ID" sz="1400" dirty="0">
                    <a:solidFill>
                      <a:srgbClr val="FF0000"/>
                    </a:solidFill>
                    <a:latin typeface="Average Sans" panose="02000503040000020003" pitchFamily="2" charset="0"/>
                  </a:rPr>
                  <a:t>Ho </a:t>
                </a:r>
                <a:r>
                  <a:rPr lang="en-ID" sz="1400" dirty="0" err="1">
                    <a:solidFill>
                      <a:srgbClr val="FF0000"/>
                    </a:solidFill>
                    <a:latin typeface="Average Sans" panose="02000503040000020003" pitchFamily="2" charset="0"/>
                  </a:rPr>
                  <a:t>ditolak</a:t>
                </a:r>
                <a:endParaRPr lang="en-ID" sz="1400" dirty="0">
                  <a:solidFill>
                    <a:srgbClr val="FF0000"/>
                  </a:solidFill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957D36-0A33-E979-5F8D-AD4A33B0F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9782" y="3167390"/>
                <a:ext cx="2376787" cy="523220"/>
              </a:xfrm>
              <a:prstGeom prst="rect">
                <a:avLst/>
              </a:prstGeom>
              <a:blipFill>
                <a:blip r:embed="rId5"/>
                <a:stretch>
                  <a:fillRect l="-769" b="-1176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8FF92B-F4A3-B9D4-18F2-C765847765CB}"/>
                  </a:ext>
                </a:extLst>
              </p:cNvPr>
              <p:cNvSpPr txBox="1"/>
              <p:nvPr/>
            </p:nvSpPr>
            <p:spPr>
              <a:xfrm>
                <a:off x="9221387" y="1573902"/>
                <a:ext cx="23767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𝑔𝑎𝑔𝑎𝑙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𝑑𝑖𝑡𝑜𝑙𝑎𝑘</m:t>
                      </m:r>
                    </m:oMath>
                  </m:oMathPara>
                </a14:m>
                <a:endParaRPr lang="en-ID" sz="1400" dirty="0">
                  <a:solidFill>
                    <a:srgbClr val="FF0000"/>
                  </a:solidFill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8FF92B-F4A3-B9D4-18F2-C76584776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1387" y="1573902"/>
                <a:ext cx="2376787" cy="307777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27D5AE95-794C-16BC-F322-2E34B4535080}"/>
              </a:ext>
            </a:extLst>
          </p:cNvPr>
          <p:cNvSpPr/>
          <p:nvPr/>
        </p:nvSpPr>
        <p:spPr>
          <a:xfrm>
            <a:off x="3534135" y="818860"/>
            <a:ext cx="1026909" cy="307776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49612E-20DD-CA85-19D6-7545A6548C02}"/>
                  </a:ext>
                </a:extLst>
              </p:cNvPr>
              <p:cNvSpPr txBox="1"/>
              <p:nvPr/>
            </p:nvSpPr>
            <p:spPr>
              <a:xfrm>
                <a:off x="4382714" y="1175182"/>
                <a:ext cx="12777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D" sz="1400" dirty="0">
                  <a:solidFill>
                    <a:srgbClr val="FF0000"/>
                  </a:solidFill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49612E-20DD-CA85-19D6-7545A6548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714" y="1175182"/>
                <a:ext cx="1277716" cy="307777"/>
              </a:xfrm>
              <a:prstGeom prst="rect">
                <a:avLst/>
              </a:prstGeom>
              <a:blipFill>
                <a:blip r:embed="rId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623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85B17ED-D967-11F1-BFFD-9F2A324A9C08}"/>
              </a:ext>
            </a:extLst>
          </p:cNvPr>
          <p:cNvSpPr txBox="1"/>
          <p:nvPr/>
        </p:nvSpPr>
        <p:spPr>
          <a:xfrm>
            <a:off x="5209788" y="3320570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Z ?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369D19-C286-B6A7-62DD-ADFB8BC43EEB}"/>
              </a:ext>
            </a:extLst>
          </p:cNvPr>
          <p:cNvSpPr txBox="1"/>
          <p:nvPr/>
        </p:nvSpPr>
        <p:spPr>
          <a:xfrm>
            <a:off x="3173856" y="557127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0,990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C82057-B8D9-7FBD-8332-ABA656EDEC2C}"/>
              </a:ext>
            </a:extLst>
          </p:cNvPr>
          <p:cNvSpPr txBox="1"/>
          <p:nvPr/>
        </p:nvSpPr>
        <p:spPr>
          <a:xfrm>
            <a:off x="3837262" y="918143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0,495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719835-0015-1970-3CF4-2CDD91B1C69F}"/>
              </a:ext>
            </a:extLst>
          </p:cNvPr>
          <p:cNvSpPr txBox="1"/>
          <p:nvPr/>
        </p:nvSpPr>
        <p:spPr>
          <a:xfrm>
            <a:off x="3212617" y="3282024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0,010</a:t>
            </a:r>
            <a:endParaRPr lang="en-ID" sz="1400">
              <a:latin typeface="Average Sans" panose="0200050304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69BEDD4-E920-71D1-78F0-BDD98876239E}"/>
                  </a:ext>
                </a:extLst>
              </p:cNvPr>
              <p:cNvSpPr txBox="1"/>
              <p:nvPr/>
            </p:nvSpPr>
            <p:spPr>
              <a:xfrm>
                <a:off x="4834270" y="1554723"/>
                <a:ext cx="1026909" cy="379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id-ID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id-ID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d-ID" sz="1400" dirty="0">
                    <a:latin typeface="Average Sans" panose="02000503040000020003" pitchFamily="2" charset="0"/>
                  </a:rPr>
                  <a:t>0,005</a:t>
                </a:r>
                <a:endParaRPr lang="en-ID" sz="1400" dirty="0"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69BEDD4-E920-71D1-78F0-BDD988762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270" y="1554723"/>
                <a:ext cx="1026909" cy="379463"/>
              </a:xfrm>
              <a:prstGeom prst="rect">
                <a:avLst/>
              </a:prstGeom>
              <a:blipFill>
                <a:blip r:embed="rId2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CB232CD-0D37-96B7-6D4B-04D9F2EC3EF9}"/>
              </a:ext>
            </a:extLst>
          </p:cNvPr>
          <p:cNvGrpSpPr/>
          <p:nvPr/>
        </p:nvGrpSpPr>
        <p:grpSpPr>
          <a:xfrm>
            <a:off x="1807029" y="688500"/>
            <a:ext cx="3659146" cy="2785959"/>
            <a:chOff x="1807029" y="688500"/>
            <a:chExt cx="4731823" cy="278595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7737A3D-13E9-613D-A72F-885E4475C0B8}"/>
                </a:ext>
              </a:extLst>
            </p:cNvPr>
            <p:cNvSpPr/>
            <p:nvPr/>
          </p:nvSpPr>
          <p:spPr>
            <a:xfrm>
              <a:off x="1929374" y="1286900"/>
              <a:ext cx="3972742" cy="1545874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105668 w 2977177"/>
                <a:gd name="connsiteY0" fmla="*/ 995147 h 1052000"/>
                <a:gd name="connsiteX1" fmla="*/ 97914 w 2977177"/>
                <a:gd name="connsiteY1" fmla="*/ 973011 h 1052000"/>
                <a:gd name="connsiteX2" fmla="*/ 1450374 w 2977177"/>
                <a:gd name="connsiteY2" fmla="*/ 64 h 1052000"/>
                <a:gd name="connsiteX3" fmla="*/ 2977177 w 2977177"/>
                <a:gd name="connsiteY3" fmla="*/ 1023348 h 1052000"/>
                <a:gd name="connsiteX0" fmla="*/ 96254 w 2980463"/>
                <a:gd name="connsiteY0" fmla="*/ 1128497 h 1128497"/>
                <a:gd name="connsiteX1" fmla="*/ 101200 w 2980463"/>
                <a:gd name="connsiteY1" fmla="*/ 973011 h 1128497"/>
                <a:gd name="connsiteX2" fmla="*/ 1453660 w 2980463"/>
                <a:gd name="connsiteY2" fmla="*/ 64 h 1128497"/>
                <a:gd name="connsiteX3" fmla="*/ 2980463 w 2980463"/>
                <a:gd name="connsiteY3" fmla="*/ 1023348 h 1128497"/>
                <a:gd name="connsiteX0" fmla="*/ 90934 w 2975143"/>
                <a:gd name="connsiteY0" fmla="*/ 1128499 h 1142598"/>
                <a:gd name="connsiteX1" fmla="*/ 108580 w 2975143"/>
                <a:gd name="connsiteY1" fmla="*/ 1131763 h 1142598"/>
                <a:gd name="connsiteX2" fmla="*/ 95880 w 2975143"/>
                <a:gd name="connsiteY2" fmla="*/ 973013 h 1142598"/>
                <a:gd name="connsiteX3" fmla="*/ 1448340 w 2975143"/>
                <a:gd name="connsiteY3" fmla="*/ 66 h 1142598"/>
                <a:gd name="connsiteX4" fmla="*/ 2975143 w 2975143"/>
                <a:gd name="connsiteY4" fmla="*/ 1023350 h 1142598"/>
                <a:gd name="connsiteX0" fmla="*/ 56311 w 2940520"/>
                <a:gd name="connsiteY0" fmla="*/ 1128499 h 1158521"/>
                <a:gd name="connsiteX1" fmla="*/ 296207 w 2940520"/>
                <a:gd name="connsiteY1" fmla="*/ 1150813 h 1158521"/>
                <a:gd name="connsiteX2" fmla="*/ 61257 w 2940520"/>
                <a:gd name="connsiteY2" fmla="*/ 973013 h 1158521"/>
                <a:gd name="connsiteX3" fmla="*/ 1413717 w 2940520"/>
                <a:gd name="connsiteY3" fmla="*/ 66 h 1158521"/>
                <a:gd name="connsiteX4" fmla="*/ 2940520 w 2940520"/>
                <a:gd name="connsiteY4" fmla="*/ 1023350 h 1158521"/>
                <a:gd name="connsiteX0" fmla="*/ 382405 w 3266614"/>
                <a:gd name="connsiteY0" fmla="*/ 1128499 h 1305529"/>
                <a:gd name="connsiteX1" fmla="*/ 1 w 3266614"/>
                <a:gd name="connsiteY1" fmla="*/ 1303213 h 1305529"/>
                <a:gd name="connsiteX2" fmla="*/ 387351 w 3266614"/>
                <a:gd name="connsiteY2" fmla="*/ 973013 h 1305529"/>
                <a:gd name="connsiteX3" fmla="*/ 1739811 w 3266614"/>
                <a:gd name="connsiteY3" fmla="*/ 66 h 1305529"/>
                <a:gd name="connsiteX4" fmla="*/ 3266614 w 3266614"/>
                <a:gd name="connsiteY4" fmla="*/ 1023350 h 1305529"/>
                <a:gd name="connsiteX0" fmla="*/ 3252605 w 3266614"/>
                <a:gd name="connsiteY0" fmla="*/ 1153899 h 1305835"/>
                <a:gd name="connsiteX1" fmla="*/ 1 w 3266614"/>
                <a:gd name="connsiteY1" fmla="*/ 1303213 h 1305835"/>
                <a:gd name="connsiteX2" fmla="*/ 387351 w 3266614"/>
                <a:gd name="connsiteY2" fmla="*/ 973013 h 1305835"/>
                <a:gd name="connsiteX3" fmla="*/ 1739811 w 3266614"/>
                <a:gd name="connsiteY3" fmla="*/ 66 h 1305835"/>
                <a:gd name="connsiteX4" fmla="*/ 3266614 w 3266614"/>
                <a:gd name="connsiteY4" fmla="*/ 1023350 h 1305835"/>
                <a:gd name="connsiteX0" fmla="*/ 2961134 w 2975143"/>
                <a:gd name="connsiteY0" fmla="*/ 1153899 h 1159241"/>
                <a:gd name="connsiteX1" fmla="*/ 108580 w 2975143"/>
                <a:gd name="connsiteY1" fmla="*/ 1144463 h 1159241"/>
                <a:gd name="connsiteX2" fmla="*/ 95880 w 2975143"/>
                <a:gd name="connsiteY2" fmla="*/ 973013 h 1159241"/>
                <a:gd name="connsiteX3" fmla="*/ 1448340 w 2975143"/>
                <a:gd name="connsiteY3" fmla="*/ 66 h 1159241"/>
                <a:gd name="connsiteX4" fmla="*/ 2975143 w 2975143"/>
                <a:gd name="connsiteY4" fmla="*/ 1023350 h 1159241"/>
                <a:gd name="connsiteX0" fmla="*/ 2961714 w 2975723"/>
                <a:gd name="connsiteY0" fmla="*/ 1153899 h 1159241"/>
                <a:gd name="connsiteX1" fmla="*/ 106779 w 2975723"/>
                <a:gd name="connsiteY1" fmla="*/ 1144463 h 1159241"/>
                <a:gd name="connsiteX2" fmla="*/ 96460 w 2975723"/>
                <a:gd name="connsiteY2" fmla="*/ 973013 h 1159241"/>
                <a:gd name="connsiteX3" fmla="*/ 1448920 w 2975723"/>
                <a:gd name="connsiteY3" fmla="*/ 66 h 1159241"/>
                <a:gd name="connsiteX4" fmla="*/ 2975723 w 2975723"/>
                <a:gd name="connsiteY4" fmla="*/ 1023350 h 1159241"/>
                <a:gd name="connsiteX0" fmla="*/ 2961714 w 2975723"/>
                <a:gd name="connsiteY0" fmla="*/ 1153899 h 1153925"/>
                <a:gd name="connsiteX1" fmla="*/ 106779 w 2975723"/>
                <a:gd name="connsiteY1" fmla="*/ 1144463 h 1153925"/>
                <a:gd name="connsiteX2" fmla="*/ 96460 w 2975723"/>
                <a:gd name="connsiteY2" fmla="*/ 973013 h 1153925"/>
                <a:gd name="connsiteX3" fmla="*/ 1448920 w 2975723"/>
                <a:gd name="connsiteY3" fmla="*/ 66 h 1153925"/>
                <a:gd name="connsiteX4" fmla="*/ 2975723 w 2975723"/>
                <a:gd name="connsiteY4" fmla="*/ 1023350 h 1153925"/>
                <a:gd name="connsiteX0" fmla="*/ 2865254 w 2879263"/>
                <a:gd name="connsiteY0" fmla="*/ 1153899 h 1153925"/>
                <a:gd name="connsiteX1" fmla="*/ 10319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5254 w 2879263"/>
                <a:gd name="connsiteY0" fmla="*/ 1153899 h 1153925"/>
                <a:gd name="connsiteX1" fmla="*/ 3175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16"/>
                <a:gd name="connsiteX1" fmla="*/ 0 w 2883231"/>
                <a:gd name="connsiteY1" fmla="*/ 1139701 h 1153916"/>
                <a:gd name="connsiteX2" fmla="*/ 3968 w 2883231"/>
                <a:gd name="connsiteY2" fmla="*/ 973013 h 1153916"/>
                <a:gd name="connsiteX3" fmla="*/ 1356428 w 2883231"/>
                <a:gd name="connsiteY3" fmla="*/ 66 h 1153916"/>
                <a:gd name="connsiteX4" fmla="*/ 2883231 w 2883231"/>
                <a:gd name="connsiteY4" fmla="*/ 1023350 h 1153916"/>
                <a:gd name="connsiteX0" fmla="*/ 2865254 w 2879263"/>
                <a:gd name="connsiteY0" fmla="*/ 1153899 h 1153916"/>
                <a:gd name="connsiteX1" fmla="*/ 7938 w 2879263"/>
                <a:gd name="connsiteY1" fmla="*/ 1139701 h 1153916"/>
                <a:gd name="connsiteX2" fmla="*/ 0 w 2879263"/>
                <a:gd name="connsiteY2" fmla="*/ 973013 h 1153916"/>
                <a:gd name="connsiteX3" fmla="*/ 1352460 w 2879263"/>
                <a:gd name="connsiteY3" fmla="*/ 66 h 1153916"/>
                <a:gd name="connsiteX4" fmla="*/ 2879263 w 2879263"/>
                <a:gd name="connsiteY4" fmla="*/ 1023350 h 1153916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76366 w 2880850"/>
                <a:gd name="connsiteY0" fmla="*/ 1156280 h 1156292"/>
                <a:gd name="connsiteX1" fmla="*/ 0 w 2880850"/>
                <a:gd name="connsiteY1" fmla="*/ 1137319 h 1156292"/>
                <a:gd name="connsiteX2" fmla="*/ 1587 w 2880850"/>
                <a:gd name="connsiteY2" fmla="*/ 973013 h 1156292"/>
                <a:gd name="connsiteX3" fmla="*/ 1354047 w 2880850"/>
                <a:gd name="connsiteY3" fmla="*/ 66 h 1156292"/>
                <a:gd name="connsiteX4" fmla="*/ 2880850 w 2880850"/>
                <a:gd name="connsiteY4" fmla="*/ 1023350 h 1156292"/>
                <a:gd name="connsiteX5" fmla="*/ 2876366 w 2880850"/>
                <a:gd name="connsiteY5" fmla="*/ 1156280 h 1156292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81128 w 2881130"/>
                <a:gd name="connsiteY0" fmla="*/ 1156280 h 1156292"/>
                <a:gd name="connsiteX1" fmla="*/ 0 w 2881130"/>
                <a:gd name="connsiteY1" fmla="*/ 1137319 h 1156292"/>
                <a:gd name="connsiteX2" fmla="*/ 1587 w 2881130"/>
                <a:gd name="connsiteY2" fmla="*/ 973013 h 1156292"/>
                <a:gd name="connsiteX3" fmla="*/ 1354047 w 2881130"/>
                <a:gd name="connsiteY3" fmla="*/ 66 h 1156292"/>
                <a:gd name="connsiteX4" fmla="*/ 2880850 w 2881130"/>
                <a:gd name="connsiteY4" fmla="*/ 1023350 h 1156292"/>
                <a:gd name="connsiteX5" fmla="*/ 2881128 w 2881130"/>
                <a:gd name="connsiteY5" fmla="*/ 1156280 h 1156292"/>
                <a:gd name="connsiteX0" fmla="*/ 2884304 w 2884306"/>
                <a:gd name="connsiteY0" fmla="*/ 1156224 h 1156236"/>
                <a:gd name="connsiteX1" fmla="*/ 3176 w 2884306"/>
                <a:gd name="connsiteY1" fmla="*/ 1137263 h 1156236"/>
                <a:gd name="connsiteX2" fmla="*/ 0 w 2884306"/>
                <a:gd name="connsiteY2" fmla="*/ 1003914 h 1156236"/>
                <a:gd name="connsiteX3" fmla="*/ 1357223 w 2884306"/>
                <a:gd name="connsiteY3" fmla="*/ 10 h 1156236"/>
                <a:gd name="connsiteX4" fmla="*/ 2884026 w 2884306"/>
                <a:gd name="connsiteY4" fmla="*/ 1023294 h 1156236"/>
                <a:gd name="connsiteX5" fmla="*/ 2884304 w 2884306"/>
                <a:gd name="connsiteY5" fmla="*/ 1156224 h 1156236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93423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79086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6886 w 3026888"/>
                <a:gd name="connsiteY0" fmla="*/ 1156222 h 1156285"/>
                <a:gd name="connsiteX1" fmla="*/ 0 w 3026888"/>
                <a:gd name="connsiteY1" fmla="*/ 1151598 h 1156285"/>
                <a:gd name="connsiteX2" fmla="*/ 6382 w 3026888"/>
                <a:gd name="connsiteY2" fmla="*/ 1039754 h 1156285"/>
                <a:gd name="connsiteX3" fmla="*/ 1485468 w 3026888"/>
                <a:gd name="connsiteY3" fmla="*/ 8 h 1156285"/>
                <a:gd name="connsiteX4" fmla="*/ 3021829 w 3026888"/>
                <a:gd name="connsiteY4" fmla="*/ 1056744 h 1156285"/>
                <a:gd name="connsiteX5" fmla="*/ 3026886 w 3026888"/>
                <a:gd name="connsiteY5" fmla="*/ 1156222 h 1156285"/>
                <a:gd name="connsiteX0" fmla="*/ 3049178 w 3049180"/>
                <a:gd name="connsiteY0" fmla="*/ 1156222 h 1156285"/>
                <a:gd name="connsiteX1" fmla="*/ 22292 w 3049180"/>
                <a:gd name="connsiteY1" fmla="*/ 1151598 h 1156285"/>
                <a:gd name="connsiteX2" fmla="*/ 0 w 3049180"/>
                <a:gd name="connsiteY2" fmla="*/ 1049312 h 1156285"/>
                <a:gd name="connsiteX3" fmla="*/ 1507760 w 3049180"/>
                <a:gd name="connsiteY3" fmla="*/ 8 h 1156285"/>
                <a:gd name="connsiteX4" fmla="*/ 3044121 w 3049180"/>
                <a:gd name="connsiteY4" fmla="*/ 1056744 h 1156285"/>
                <a:gd name="connsiteX5" fmla="*/ 3049178 w 3049180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3045724 w 3050783"/>
                <a:gd name="connsiteY4" fmla="*/ 1056744 h 1156285"/>
                <a:gd name="connsiteX5" fmla="*/ 3050781 w 3050783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2981208 w 3050783"/>
                <a:gd name="connsiteY4" fmla="*/ 1042407 h 1156285"/>
                <a:gd name="connsiteX5" fmla="*/ 3050781 w 3050783"/>
                <a:gd name="connsiteY5" fmla="*/ 1156222 h 1156285"/>
                <a:gd name="connsiteX0" fmla="*/ 2993433 w 2993435"/>
                <a:gd name="connsiteY0" fmla="*/ 1170559 h 1170571"/>
                <a:gd name="connsiteX1" fmla="*/ 0 w 2993435"/>
                <a:gd name="connsiteY1" fmla="*/ 1151598 h 1170571"/>
                <a:gd name="connsiteX2" fmla="*/ 1603 w 2993435"/>
                <a:gd name="connsiteY2" fmla="*/ 1049312 h 1170571"/>
                <a:gd name="connsiteX3" fmla="*/ 1509363 w 2993435"/>
                <a:gd name="connsiteY3" fmla="*/ 8 h 1170571"/>
                <a:gd name="connsiteX4" fmla="*/ 2981208 w 2993435"/>
                <a:gd name="connsiteY4" fmla="*/ 1042407 h 1170571"/>
                <a:gd name="connsiteX5" fmla="*/ 2993433 w 2993435"/>
                <a:gd name="connsiteY5" fmla="*/ 1170559 h 117057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9850" h="1163411">
                  <a:moveTo>
                    <a:pt x="2989848" y="1163391"/>
                  </a:moveTo>
                  <a:cubicBezTo>
                    <a:pt x="2992789" y="1163935"/>
                    <a:pt x="332551" y="1153700"/>
                    <a:pt x="0" y="1151598"/>
                  </a:cubicBezTo>
                  <a:cubicBezTo>
                    <a:pt x="824" y="1125684"/>
                    <a:pt x="2148" y="1126010"/>
                    <a:pt x="1603" y="1049312"/>
                  </a:cubicBezTo>
                  <a:cubicBezTo>
                    <a:pt x="496457" y="1053553"/>
                    <a:pt x="1028692" y="-3222"/>
                    <a:pt x="1509363" y="8"/>
                  </a:cubicBezTo>
                  <a:cubicBezTo>
                    <a:pt x="1990034" y="3238"/>
                    <a:pt x="2420480" y="972020"/>
                    <a:pt x="2981208" y="1042407"/>
                  </a:cubicBezTo>
                  <a:cubicBezTo>
                    <a:pt x="2981301" y="1086717"/>
                    <a:pt x="2989755" y="1119081"/>
                    <a:pt x="2989848" y="116339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6FAA6E5-79E5-7B2E-6158-616B8D71F34D}"/>
                </a:ext>
              </a:extLst>
            </p:cNvPr>
            <p:cNvSpPr/>
            <p:nvPr/>
          </p:nvSpPr>
          <p:spPr>
            <a:xfrm>
              <a:off x="1929374" y="2636083"/>
              <a:ext cx="221146" cy="1983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146" h="198310">
                  <a:moveTo>
                    <a:pt x="221146" y="0"/>
                  </a:moveTo>
                  <a:lnTo>
                    <a:pt x="221146" y="198310"/>
                  </a:lnTo>
                  <a:lnTo>
                    <a:pt x="122108" y="198005"/>
                  </a:lnTo>
                  <a:cubicBezTo>
                    <a:pt x="71679" y="197822"/>
                    <a:pt x="31837" y="197643"/>
                    <a:pt x="4220" y="197468"/>
                  </a:cubicBezTo>
                  <a:cubicBezTo>
                    <a:pt x="5315" y="163035"/>
                    <a:pt x="724" y="150768"/>
                    <a:pt x="0" y="48856"/>
                  </a:cubicBezTo>
                  <a:cubicBezTo>
                    <a:pt x="41096" y="49208"/>
                    <a:pt x="82237" y="44103"/>
                    <a:pt x="123413" y="34222"/>
                  </a:cubicBez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02B540B-6E9A-388D-01D0-3A72575D22D6}"/>
                </a:ext>
              </a:extLst>
            </p:cNvPr>
            <p:cNvSpPr/>
            <p:nvPr/>
          </p:nvSpPr>
          <p:spPr>
            <a:xfrm>
              <a:off x="5721705" y="2624411"/>
              <a:ext cx="221146" cy="220130"/>
            </a:xfrm>
            <a:custGeom>
              <a:avLst/>
              <a:gdLst>
                <a:gd name="connsiteX0" fmla="*/ 0 w 221146"/>
                <a:gd name="connsiteY0" fmla="*/ 0 h 220130"/>
                <a:gd name="connsiteX1" fmla="*/ 68669 w 221146"/>
                <a:gd name="connsiteY1" fmla="*/ 22199 h 220130"/>
                <a:gd name="connsiteX2" fmla="*/ 220774 w 221146"/>
                <a:gd name="connsiteY2" fmla="*/ 43417 h 220130"/>
                <a:gd name="connsiteX3" fmla="*/ 221143 w 221146"/>
                <a:gd name="connsiteY3" fmla="*/ 220046 h 220130"/>
                <a:gd name="connsiteX4" fmla="*/ 68116 w 221146"/>
                <a:gd name="connsiteY4" fmla="*/ 220104 h 220130"/>
                <a:gd name="connsiteX5" fmla="*/ 0 w 221146"/>
                <a:gd name="connsiteY5" fmla="*/ 220059 h 2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146" h="220130">
                  <a:moveTo>
                    <a:pt x="0" y="0"/>
                  </a:moveTo>
                  <a:lnTo>
                    <a:pt x="68669" y="22199"/>
                  </a:lnTo>
                  <a:cubicBezTo>
                    <a:pt x="118470" y="33859"/>
                    <a:pt x="169148" y="41143"/>
                    <a:pt x="220774" y="43417"/>
                  </a:cubicBezTo>
                  <a:cubicBezTo>
                    <a:pt x="220898" y="102293"/>
                    <a:pt x="221020" y="161170"/>
                    <a:pt x="221143" y="220046"/>
                  </a:cubicBezTo>
                  <a:cubicBezTo>
                    <a:pt x="221632" y="220137"/>
                    <a:pt x="166258" y="220152"/>
                    <a:pt x="68116" y="220104"/>
                  </a:cubicBezTo>
                  <a:lnTo>
                    <a:pt x="0" y="220059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6AC0B2-96ED-4C04-EAF9-770390852808}"/>
                </a:ext>
              </a:extLst>
            </p:cNvPr>
            <p:cNvSpPr/>
            <p:nvPr/>
          </p:nvSpPr>
          <p:spPr>
            <a:xfrm>
              <a:off x="1919849" y="1286825"/>
              <a:ext cx="4056800" cy="139525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3110" h="1050057">
                  <a:moveTo>
                    <a:pt x="0" y="1050057"/>
                  </a:moveTo>
                  <a:cubicBezTo>
                    <a:pt x="512482" y="1050804"/>
                    <a:pt x="1042943" y="-4684"/>
                    <a:pt x="1521528" y="16"/>
                  </a:cubicBezTo>
                  <a:cubicBezTo>
                    <a:pt x="2000113" y="4716"/>
                    <a:pt x="2431450" y="1019818"/>
                    <a:pt x="3053110" y="1047195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16" name="Straight Connector 4">
              <a:extLst>
                <a:ext uri="{FF2B5EF4-FFF2-40B4-BE49-F238E27FC236}">
                  <a16:creationId xmlns:a16="http://schemas.microsoft.com/office/drawing/2014/main" id="{B5793A7C-36B4-D276-2AC8-146FEC9AE93F}"/>
                </a:ext>
              </a:extLst>
            </p:cNvPr>
            <p:cNvCxnSpPr>
              <a:cxnSpLocks/>
            </p:cNvCxnSpPr>
            <p:nvPr/>
          </p:nvCxnSpPr>
          <p:spPr>
            <a:xfrm>
              <a:off x="1807029" y="2821258"/>
              <a:ext cx="4286480" cy="12700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5695E63-FF06-CD63-5943-2D2A851BFF4A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E22F67B-EBB5-F8EE-85D5-20F2DF1D3559}"/>
                </a:ext>
              </a:extLst>
            </p:cNvPr>
            <p:cNvCxnSpPr/>
            <p:nvPr/>
          </p:nvCxnSpPr>
          <p:spPr>
            <a:xfrm flipV="1">
              <a:off x="2142040" y="688500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AA25D9D-B89C-0BC7-FB78-52728A8E8397}"/>
                </a:ext>
              </a:extLst>
            </p:cNvPr>
            <p:cNvCxnSpPr/>
            <p:nvPr/>
          </p:nvCxnSpPr>
          <p:spPr>
            <a:xfrm flipV="1">
              <a:off x="5721705" y="688500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48F0610-4776-69B1-3A4C-145AD1C41A24}"/>
                </a:ext>
              </a:extLst>
            </p:cNvPr>
            <p:cNvCxnSpPr>
              <a:cxnSpLocks/>
            </p:cNvCxnSpPr>
            <p:nvPr/>
          </p:nvCxnSpPr>
          <p:spPr>
            <a:xfrm>
              <a:off x="2150520" y="882650"/>
              <a:ext cx="357118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507FFE01-1FE2-5EC6-7B8A-49FF58E4AA85}"/>
                </a:ext>
              </a:extLst>
            </p:cNvPr>
            <p:cNvCxnSpPr>
              <a:cxnSpLocks/>
            </p:cNvCxnSpPr>
            <p:nvPr/>
          </p:nvCxnSpPr>
          <p:spPr>
            <a:xfrm>
              <a:off x="3935413" y="1168400"/>
              <a:ext cx="178629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Left Bracket 12">
              <a:extLst>
                <a:ext uri="{FF2B5EF4-FFF2-40B4-BE49-F238E27FC236}">
                  <a16:creationId xmlns:a16="http://schemas.microsoft.com/office/drawing/2014/main" id="{0703217A-DD2A-8DD8-E48F-4FCEBF5C5709}"/>
                </a:ext>
              </a:extLst>
            </p:cNvPr>
            <p:cNvSpPr/>
            <p:nvPr/>
          </p:nvSpPr>
          <p:spPr>
            <a:xfrm rot="16200000">
              <a:off x="2000378" y="2973985"/>
              <a:ext cx="70658" cy="21266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" name="Left Bracket 13">
              <a:extLst>
                <a:ext uri="{FF2B5EF4-FFF2-40B4-BE49-F238E27FC236}">
                  <a16:creationId xmlns:a16="http://schemas.microsoft.com/office/drawing/2014/main" id="{4F15B472-E9DF-1A07-3051-F42A25E321C4}"/>
                </a:ext>
              </a:extLst>
            </p:cNvPr>
            <p:cNvSpPr/>
            <p:nvPr/>
          </p:nvSpPr>
          <p:spPr>
            <a:xfrm rot="16200000">
              <a:off x="5792709" y="2973985"/>
              <a:ext cx="70658" cy="21266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Left Brace 19">
              <a:extLst>
                <a:ext uri="{FF2B5EF4-FFF2-40B4-BE49-F238E27FC236}">
                  <a16:creationId xmlns:a16="http://schemas.microsoft.com/office/drawing/2014/main" id="{870EA10F-EE32-9989-A72B-20FCA56AB990}"/>
                </a:ext>
              </a:extLst>
            </p:cNvPr>
            <p:cNvSpPr/>
            <p:nvPr/>
          </p:nvSpPr>
          <p:spPr>
            <a:xfrm rot="16200000">
              <a:off x="3857320" y="1294301"/>
              <a:ext cx="162542" cy="3805233"/>
            </a:xfrm>
            <a:prstGeom prst="leftBrace">
              <a:avLst>
                <a:gd name="adj1" fmla="val 0"/>
                <a:gd name="adj2" fmla="val 50151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0E54743-D5E3-61E8-8B4E-90091A7240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17947" y="1880246"/>
              <a:ext cx="241565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3AEE2A4-CFCA-55BA-39A7-DFCD62418F41}"/>
                </a:ext>
              </a:extLst>
            </p:cNvPr>
            <p:cNvSpPr/>
            <p:nvPr/>
          </p:nvSpPr>
          <p:spPr>
            <a:xfrm>
              <a:off x="5745094" y="2924942"/>
              <a:ext cx="793758" cy="549517"/>
            </a:xfrm>
            <a:custGeom>
              <a:avLst/>
              <a:gdLst>
                <a:gd name="connsiteX0" fmla="*/ 128421 w 514783"/>
                <a:gd name="connsiteY0" fmla="*/ 0 h 755650"/>
                <a:gd name="connsiteX1" fmla="*/ 20471 w 514783"/>
                <a:gd name="connsiteY1" fmla="*/ 450850 h 755650"/>
                <a:gd name="connsiteX2" fmla="*/ 490371 w 514783"/>
                <a:gd name="connsiteY2" fmla="*/ 546100 h 755650"/>
                <a:gd name="connsiteX3" fmla="*/ 452271 w 514783"/>
                <a:gd name="connsiteY3" fmla="*/ 755650 h 755650"/>
                <a:gd name="connsiteX4" fmla="*/ 452271 w 514783"/>
                <a:gd name="connsiteY4" fmla="*/ 755650 h 755650"/>
                <a:gd name="connsiteX0" fmla="*/ 8291 w 577573"/>
                <a:gd name="connsiteY0" fmla="*/ 0 h 755650"/>
                <a:gd name="connsiteX1" fmla="*/ 567091 w 577573"/>
                <a:gd name="connsiteY1" fmla="*/ 209550 h 755650"/>
                <a:gd name="connsiteX2" fmla="*/ 370241 w 577573"/>
                <a:gd name="connsiteY2" fmla="*/ 546100 h 755650"/>
                <a:gd name="connsiteX3" fmla="*/ 332141 w 577573"/>
                <a:gd name="connsiteY3" fmla="*/ 755650 h 755650"/>
                <a:gd name="connsiteX4" fmla="*/ 332141 w 577573"/>
                <a:gd name="connsiteY4" fmla="*/ 755650 h 755650"/>
                <a:gd name="connsiteX0" fmla="*/ 7908 w 568253"/>
                <a:gd name="connsiteY0" fmla="*/ 0 h 755650"/>
                <a:gd name="connsiteX1" fmla="*/ 566708 w 568253"/>
                <a:gd name="connsiteY1" fmla="*/ 209550 h 755650"/>
                <a:gd name="connsiteX2" fmla="*/ 179358 w 568253"/>
                <a:gd name="connsiteY2" fmla="*/ 577850 h 755650"/>
                <a:gd name="connsiteX3" fmla="*/ 331758 w 568253"/>
                <a:gd name="connsiteY3" fmla="*/ 755650 h 755650"/>
                <a:gd name="connsiteX4" fmla="*/ 331758 w 568253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491563"/>
                <a:gd name="connsiteY0" fmla="*/ 0 h 755650"/>
                <a:gd name="connsiteX1" fmla="*/ 489756 w 491563"/>
                <a:gd name="connsiteY1" fmla="*/ 95250 h 755650"/>
                <a:gd name="connsiteX2" fmla="*/ 171450 w 491563"/>
                <a:gd name="connsiteY2" fmla="*/ 577850 h 755650"/>
                <a:gd name="connsiteX3" fmla="*/ 323850 w 491563"/>
                <a:gd name="connsiteY3" fmla="*/ 755650 h 755650"/>
                <a:gd name="connsiteX4" fmla="*/ 323850 w 491563"/>
                <a:gd name="connsiteY4" fmla="*/ 755650 h 755650"/>
                <a:gd name="connsiteX0" fmla="*/ 0 w 493464"/>
                <a:gd name="connsiteY0" fmla="*/ 0 h 755650"/>
                <a:gd name="connsiteX1" fmla="*/ 489756 w 493464"/>
                <a:gd name="connsiteY1" fmla="*/ 95250 h 755650"/>
                <a:gd name="connsiteX2" fmla="*/ 229872 w 493464"/>
                <a:gd name="connsiteY2" fmla="*/ 517525 h 755650"/>
                <a:gd name="connsiteX3" fmla="*/ 323850 w 493464"/>
                <a:gd name="connsiteY3" fmla="*/ 755650 h 755650"/>
                <a:gd name="connsiteX4" fmla="*/ 323850 w 493464"/>
                <a:gd name="connsiteY4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3464" h="755650">
                  <a:moveTo>
                    <a:pt x="0" y="0"/>
                  </a:moveTo>
                  <a:cubicBezTo>
                    <a:pt x="32706" y="195791"/>
                    <a:pt x="451444" y="8996"/>
                    <a:pt x="489756" y="95250"/>
                  </a:cubicBezTo>
                  <a:cubicBezTo>
                    <a:pt x="528068" y="181504"/>
                    <a:pt x="257523" y="407458"/>
                    <a:pt x="229872" y="517525"/>
                  </a:cubicBezTo>
                  <a:cubicBezTo>
                    <a:pt x="202221" y="627592"/>
                    <a:pt x="323850" y="755650"/>
                    <a:pt x="323850" y="755650"/>
                  </a:cubicBezTo>
                  <a:lnTo>
                    <a:pt x="323850" y="755650"/>
                  </a:lnTo>
                </a:path>
              </a:pathLst>
            </a:custGeom>
            <a:noFill/>
            <a:ln w="6350">
              <a:headEnd type="oval" w="sm" len="sm"/>
              <a:tailEnd type="stealth" w="sm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490488C1-8115-E599-BCC1-1E4096698E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3852040"/>
              </p:ext>
            </p:extLst>
          </p:nvPr>
        </p:nvGraphicFramePr>
        <p:xfrm>
          <a:off x="2032000" y="3588706"/>
          <a:ext cx="8128000" cy="25496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88AB8D42-B921-D9CA-BEA0-E294F8501A2F}"/>
              </a:ext>
            </a:extLst>
          </p:cNvPr>
          <p:cNvSpPr txBox="1"/>
          <p:nvPr/>
        </p:nvSpPr>
        <p:spPr>
          <a:xfrm>
            <a:off x="10078514" y="3320570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t ?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61642F-EF4F-143D-8052-8663989E4F7E}"/>
              </a:ext>
            </a:extLst>
          </p:cNvPr>
          <p:cNvSpPr txBox="1"/>
          <p:nvPr/>
        </p:nvSpPr>
        <p:spPr>
          <a:xfrm>
            <a:off x="8042582" y="557127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0,990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586712-C61A-D58A-8AD8-CE91C4301D0E}"/>
              </a:ext>
            </a:extLst>
          </p:cNvPr>
          <p:cNvSpPr txBox="1"/>
          <p:nvPr/>
        </p:nvSpPr>
        <p:spPr>
          <a:xfrm>
            <a:off x="8705988" y="918143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0,495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0C32D7-052D-C108-8574-A40C4690D29F}"/>
              </a:ext>
            </a:extLst>
          </p:cNvPr>
          <p:cNvSpPr txBox="1"/>
          <p:nvPr/>
        </p:nvSpPr>
        <p:spPr>
          <a:xfrm>
            <a:off x="8081343" y="3282024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0,010</a:t>
            </a:r>
            <a:endParaRPr lang="en-ID" sz="1400">
              <a:latin typeface="Average Sans" panose="0200050304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2EEF201-D083-F08E-2BD9-F20DB34182E9}"/>
                  </a:ext>
                </a:extLst>
              </p:cNvPr>
              <p:cNvSpPr txBox="1"/>
              <p:nvPr/>
            </p:nvSpPr>
            <p:spPr>
              <a:xfrm>
                <a:off x="9702997" y="1554723"/>
                <a:ext cx="947054" cy="3794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id-ID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id-ID" sz="1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id-ID" sz="1400" dirty="0">
                    <a:latin typeface="Average Sans" panose="02000503040000020003" pitchFamily="2" charset="0"/>
                  </a:rPr>
                  <a:t>0,005</a:t>
                </a:r>
                <a:endParaRPr lang="en-ID" sz="1400" dirty="0"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2EEF201-D083-F08E-2BD9-F20DB3418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2997" y="1554723"/>
                <a:ext cx="947054" cy="379463"/>
              </a:xfrm>
              <a:prstGeom prst="rect">
                <a:avLst/>
              </a:prstGeom>
              <a:blipFill>
                <a:blip r:embed="rId4"/>
                <a:stretch>
                  <a:fillRect r="-645" b="-483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11D77185-1235-E18D-0696-C8E5CF74B8D3}"/>
              </a:ext>
            </a:extLst>
          </p:cNvPr>
          <p:cNvGrpSpPr/>
          <p:nvPr/>
        </p:nvGrpSpPr>
        <p:grpSpPr>
          <a:xfrm>
            <a:off x="6675755" y="688500"/>
            <a:ext cx="3659146" cy="2785959"/>
            <a:chOff x="1807029" y="688500"/>
            <a:chExt cx="4731823" cy="2785959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C9A9027-09FE-113C-57DB-EA74F04F9FDE}"/>
                </a:ext>
              </a:extLst>
            </p:cNvPr>
            <p:cNvSpPr/>
            <p:nvPr/>
          </p:nvSpPr>
          <p:spPr>
            <a:xfrm>
              <a:off x="1929374" y="1286900"/>
              <a:ext cx="3972742" cy="1545874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105668 w 2977177"/>
                <a:gd name="connsiteY0" fmla="*/ 995147 h 1052000"/>
                <a:gd name="connsiteX1" fmla="*/ 97914 w 2977177"/>
                <a:gd name="connsiteY1" fmla="*/ 973011 h 1052000"/>
                <a:gd name="connsiteX2" fmla="*/ 1450374 w 2977177"/>
                <a:gd name="connsiteY2" fmla="*/ 64 h 1052000"/>
                <a:gd name="connsiteX3" fmla="*/ 2977177 w 2977177"/>
                <a:gd name="connsiteY3" fmla="*/ 1023348 h 1052000"/>
                <a:gd name="connsiteX0" fmla="*/ 96254 w 2980463"/>
                <a:gd name="connsiteY0" fmla="*/ 1128497 h 1128497"/>
                <a:gd name="connsiteX1" fmla="*/ 101200 w 2980463"/>
                <a:gd name="connsiteY1" fmla="*/ 973011 h 1128497"/>
                <a:gd name="connsiteX2" fmla="*/ 1453660 w 2980463"/>
                <a:gd name="connsiteY2" fmla="*/ 64 h 1128497"/>
                <a:gd name="connsiteX3" fmla="*/ 2980463 w 2980463"/>
                <a:gd name="connsiteY3" fmla="*/ 1023348 h 1128497"/>
                <a:gd name="connsiteX0" fmla="*/ 90934 w 2975143"/>
                <a:gd name="connsiteY0" fmla="*/ 1128499 h 1142598"/>
                <a:gd name="connsiteX1" fmla="*/ 108580 w 2975143"/>
                <a:gd name="connsiteY1" fmla="*/ 1131763 h 1142598"/>
                <a:gd name="connsiteX2" fmla="*/ 95880 w 2975143"/>
                <a:gd name="connsiteY2" fmla="*/ 973013 h 1142598"/>
                <a:gd name="connsiteX3" fmla="*/ 1448340 w 2975143"/>
                <a:gd name="connsiteY3" fmla="*/ 66 h 1142598"/>
                <a:gd name="connsiteX4" fmla="*/ 2975143 w 2975143"/>
                <a:gd name="connsiteY4" fmla="*/ 1023350 h 1142598"/>
                <a:gd name="connsiteX0" fmla="*/ 56311 w 2940520"/>
                <a:gd name="connsiteY0" fmla="*/ 1128499 h 1158521"/>
                <a:gd name="connsiteX1" fmla="*/ 296207 w 2940520"/>
                <a:gd name="connsiteY1" fmla="*/ 1150813 h 1158521"/>
                <a:gd name="connsiteX2" fmla="*/ 61257 w 2940520"/>
                <a:gd name="connsiteY2" fmla="*/ 973013 h 1158521"/>
                <a:gd name="connsiteX3" fmla="*/ 1413717 w 2940520"/>
                <a:gd name="connsiteY3" fmla="*/ 66 h 1158521"/>
                <a:gd name="connsiteX4" fmla="*/ 2940520 w 2940520"/>
                <a:gd name="connsiteY4" fmla="*/ 1023350 h 1158521"/>
                <a:gd name="connsiteX0" fmla="*/ 382405 w 3266614"/>
                <a:gd name="connsiteY0" fmla="*/ 1128499 h 1305529"/>
                <a:gd name="connsiteX1" fmla="*/ 1 w 3266614"/>
                <a:gd name="connsiteY1" fmla="*/ 1303213 h 1305529"/>
                <a:gd name="connsiteX2" fmla="*/ 387351 w 3266614"/>
                <a:gd name="connsiteY2" fmla="*/ 973013 h 1305529"/>
                <a:gd name="connsiteX3" fmla="*/ 1739811 w 3266614"/>
                <a:gd name="connsiteY3" fmla="*/ 66 h 1305529"/>
                <a:gd name="connsiteX4" fmla="*/ 3266614 w 3266614"/>
                <a:gd name="connsiteY4" fmla="*/ 1023350 h 1305529"/>
                <a:gd name="connsiteX0" fmla="*/ 3252605 w 3266614"/>
                <a:gd name="connsiteY0" fmla="*/ 1153899 h 1305835"/>
                <a:gd name="connsiteX1" fmla="*/ 1 w 3266614"/>
                <a:gd name="connsiteY1" fmla="*/ 1303213 h 1305835"/>
                <a:gd name="connsiteX2" fmla="*/ 387351 w 3266614"/>
                <a:gd name="connsiteY2" fmla="*/ 973013 h 1305835"/>
                <a:gd name="connsiteX3" fmla="*/ 1739811 w 3266614"/>
                <a:gd name="connsiteY3" fmla="*/ 66 h 1305835"/>
                <a:gd name="connsiteX4" fmla="*/ 3266614 w 3266614"/>
                <a:gd name="connsiteY4" fmla="*/ 1023350 h 1305835"/>
                <a:gd name="connsiteX0" fmla="*/ 2961134 w 2975143"/>
                <a:gd name="connsiteY0" fmla="*/ 1153899 h 1159241"/>
                <a:gd name="connsiteX1" fmla="*/ 108580 w 2975143"/>
                <a:gd name="connsiteY1" fmla="*/ 1144463 h 1159241"/>
                <a:gd name="connsiteX2" fmla="*/ 95880 w 2975143"/>
                <a:gd name="connsiteY2" fmla="*/ 973013 h 1159241"/>
                <a:gd name="connsiteX3" fmla="*/ 1448340 w 2975143"/>
                <a:gd name="connsiteY3" fmla="*/ 66 h 1159241"/>
                <a:gd name="connsiteX4" fmla="*/ 2975143 w 2975143"/>
                <a:gd name="connsiteY4" fmla="*/ 1023350 h 1159241"/>
                <a:gd name="connsiteX0" fmla="*/ 2961714 w 2975723"/>
                <a:gd name="connsiteY0" fmla="*/ 1153899 h 1159241"/>
                <a:gd name="connsiteX1" fmla="*/ 106779 w 2975723"/>
                <a:gd name="connsiteY1" fmla="*/ 1144463 h 1159241"/>
                <a:gd name="connsiteX2" fmla="*/ 96460 w 2975723"/>
                <a:gd name="connsiteY2" fmla="*/ 973013 h 1159241"/>
                <a:gd name="connsiteX3" fmla="*/ 1448920 w 2975723"/>
                <a:gd name="connsiteY3" fmla="*/ 66 h 1159241"/>
                <a:gd name="connsiteX4" fmla="*/ 2975723 w 2975723"/>
                <a:gd name="connsiteY4" fmla="*/ 1023350 h 1159241"/>
                <a:gd name="connsiteX0" fmla="*/ 2961714 w 2975723"/>
                <a:gd name="connsiteY0" fmla="*/ 1153899 h 1153925"/>
                <a:gd name="connsiteX1" fmla="*/ 106779 w 2975723"/>
                <a:gd name="connsiteY1" fmla="*/ 1144463 h 1153925"/>
                <a:gd name="connsiteX2" fmla="*/ 96460 w 2975723"/>
                <a:gd name="connsiteY2" fmla="*/ 973013 h 1153925"/>
                <a:gd name="connsiteX3" fmla="*/ 1448920 w 2975723"/>
                <a:gd name="connsiteY3" fmla="*/ 66 h 1153925"/>
                <a:gd name="connsiteX4" fmla="*/ 2975723 w 2975723"/>
                <a:gd name="connsiteY4" fmla="*/ 1023350 h 1153925"/>
                <a:gd name="connsiteX0" fmla="*/ 2865254 w 2879263"/>
                <a:gd name="connsiteY0" fmla="*/ 1153899 h 1153925"/>
                <a:gd name="connsiteX1" fmla="*/ 10319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5254 w 2879263"/>
                <a:gd name="connsiteY0" fmla="*/ 1153899 h 1153925"/>
                <a:gd name="connsiteX1" fmla="*/ 3175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16"/>
                <a:gd name="connsiteX1" fmla="*/ 0 w 2883231"/>
                <a:gd name="connsiteY1" fmla="*/ 1139701 h 1153916"/>
                <a:gd name="connsiteX2" fmla="*/ 3968 w 2883231"/>
                <a:gd name="connsiteY2" fmla="*/ 973013 h 1153916"/>
                <a:gd name="connsiteX3" fmla="*/ 1356428 w 2883231"/>
                <a:gd name="connsiteY3" fmla="*/ 66 h 1153916"/>
                <a:gd name="connsiteX4" fmla="*/ 2883231 w 2883231"/>
                <a:gd name="connsiteY4" fmla="*/ 1023350 h 1153916"/>
                <a:gd name="connsiteX0" fmla="*/ 2865254 w 2879263"/>
                <a:gd name="connsiteY0" fmla="*/ 1153899 h 1153916"/>
                <a:gd name="connsiteX1" fmla="*/ 7938 w 2879263"/>
                <a:gd name="connsiteY1" fmla="*/ 1139701 h 1153916"/>
                <a:gd name="connsiteX2" fmla="*/ 0 w 2879263"/>
                <a:gd name="connsiteY2" fmla="*/ 973013 h 1153916"/>
                <a:gd name="connsiteX3" fmla="*/ 1352460 w 2879263"/>
                <a:gd name="connsiteY3" fmla="*/ 66 h 1153916"/>
                <a:gd name="connsiteX4" fmla="*/ 2879263 w 2879263"/>
                <a:gd name="connsiteY4" fmla="*/ 1023350 h 1153916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76366 w 2880850"/>
                <a:gd name="connsiteY0" fmla="*/ 1156280 h 1156292"/>
                <a:gd name="connsiteX1" fmla="*/ 0 w 2880850"/>
                <a:gd name="connsiteY1" fmla="*/ 1137319 h 1156292"/>
                <a:gd name="connsiteX2" fmla="*/ 1587 w 2880850"/>
                <a:gd name="connsiteY2" fmla="*/ 973013 h 1156292"/>
                <a:gd name="connsiteX3" fmla="*/ 1354047 w 2880850"/>
                <a:gd name="connsiteY3" fmla="*/ 66 h 1156292"/>
                <a:gd name="connsiteX4" fmla="*/ 2880850 w 2880850"/>
                <a:gd name="connsiteY4" fmla="*/ 1023350 h 1156292"/>
                <a:gd name="connsiteX5" fmla="*/ 2876366 w 2880850"/>
                <a:gd name="connsiteY5" fmla="*/ 1156280 h 1156292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81128 w 2881130"/>
                <a:gd name="connsiteY0" fmla="*/ 1156280 h 1156292"/>
                <a:gd name="connsiteX1" fmla="*/ 0 w 2881130"/>
                <a:gd name="connsiteY1" fmla="*/ 1137319 h 1156292"/>
                <a:gd name="connsiteX2" fmla="*/ 1587 w 2881130"/>
                <a:gd name="connsiteY2" fmla="*/ 973013 h 1156292"/>
                <a:gd name="connsiteX3" fmla="*/ 1354047 w 2881130"/>
                <a:gd name="connsiteY3" fmla="*/ 66 h 1156292"/>
                <a:gd name="connsiteX4" fmla="*/ 2880850 w 2881130"/>
                <a:gd name="connsiteY4" fmla="*/ 1023350 h 1156292"/>
                <a:gd name="connsiteX5" fmla="*/ 2881128 w 2881130"/>
                <a:gd name="connsiteY5" fmla="*/ 1156280 h 1156292"/>
                <a:gd name="connsiteX0" fmla="*/ 2884304 w 2884306"/>
                <a:gd name="connsiteY0" fmla="*/ 1156224 h 1156236"/>
                <a:gd name="connsiteX1" fmla="*/ 3176 w 2884306"/>
                <a:gd name="connsiteY1" fmla="*/ 1137263 h 1156236"/>
                <a:gd name="connsiteX2" fmla="*/ 0 w 2884306"/>
                <a:gd name="connsiteY2" fmla="*/ 1003914 h 1156236"/>
                <a:gd name="connsiteX3" fmla="*/ 1357223 w 2884306"/>
                <a:gd name="connsiteY3" fmla="*/ 10 h 1156236"/>
                <a:gd name="connsiteX4" fmla="*/ 2884026 w 2884306"/>
                <a:gd name="connsiteY4" fmla="*/ 1023294 h 1156236"/>
                <a:gd name="connsiteX5" fmla="*/ 2884304 w 2884306"/>
                <a:gd name="connsiteY5" fmla="*/ 1156224 h 1156236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93423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79086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6886 w 3026888"/>
                <a:gd name="connsiteY0" fmla="*/ 1156222 h 1156285"/>
                <a:gd name="connsiteX1" fmla="*/ 0 w 3026888"/>
                <a:gd name="connsiteY1" fmla="*/ 1151598 h 1156285"/>
                <a:gd name="connsiteX2" fmla="*/ 6382 w 3026888"/>
                <a:gd name="connsiteY2" fmla="*/ 1039754 h 1156285"/>
                <a:gd name="connsiteX3" fmla="*/ 1485468 w 3026888"/>
                <a:gd name="connsiteY3" fmla="*/ 8 h 1156285"/>
                <a:gd name="connsiteX4" fmla="*/ 3021829 w 3026888"/>
                <a:gd name="connsiteY4" fmla="*/ 1056744 h 1156285"/>
                <a:gd name="connsiteX5" fmla="*/ 3026886 w 3026888"/>
                <a:gd name="connsiteY5" fmla="*/ 1156222 h 1156285"/>
                <a:gd name="connsiteX0" fmla="*/ 3049178 w 3049180"/>
                <a:gd name="connsiteY0" fmla="*/ 1156222 h 1156285"/>
                <a:gd name="connsiteX1" fmla="*/ 22292 w 3049180"/>
                <a:gd name="connsiteY1" fmla="*/ 1151598 h 1156285"/>
                <a:gd name="connsiteX2" fmla="*/ 0 w 3049180"/>
                <a:gd name="connsiteY2" fmla="*/ 1049312 h 1156285"/>
                <a:gd name="connsiteX3" fmla="*/ 1507760 w 3049180"/>
                <a:gd name="connsiteY3" fmla="*/ 8 h 1156285"/>
                <a:gd name="connsiteX4" fmla="*/ 3044121 w 3049180"/>
                <a:gd name="connsiteY4" fmla="*/ 1056744 h 1156285"/>
                <a:gd name="connsiteX5" fmla="*/ 3049178 w 3049180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3045724 w 3050783"/>
                <a:gd name="connsiteY4" fmla="*/ 1056744 h 1156285"/>
                <a:gd name="connsiteX5" fmla="*/ 3050781 w 3050783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2981208 w 3050783"/>
                <a:gd name="connsiteY4" fmla="*/ 1042407 h 1156285"/>
                <a:gd name="connsiteX5" fmla="*/ 3050781 w 3050783"/>
                <a:gd name="connsiteY5" fmla="*/ 1156222 h 1156285"/>
                <a:gd name="connsiteX0" fmla="*/ 2993433 w 2993435"/>
                <a:gd name="connsiteY0" fmla="*/ 1170559 h 1170571"/>
                <a:gd name="connsiteX1" fmla="*/ 0 w 2993435"/>
                <a:gd name="connsiteY1" fmla="*/ 1151598 h 1170571"/>
                <a:gd name="connsiteX2" fmla="*/ 1603 w 2993435"/>
                <a:gd name="connsiteY2" fmla="*/ 1049312 h 1170571"/>
                <a:gd name="connsiteX3" fmla="*/ 1509363 w 2993435"/>
                <a:gd name="connsiteY3" fmla="*/ 8 h 1170571"/>
                <a:gd name="connsiteX4" fmla="*/ 2981208 w 2993435"/>
                <a:gd name="connsiteY4" fmla="*/ 1042407 h 1170571"/>
                <a:gd name="connsiteX5" fmla="*/ 2993433 w 2993435"/>
                <a:gd name="connsiteY5" fmla="*/ 1170559 h 117057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9850" h="1163411">
                  <a:moveTo>
                    <a:pt x="2989848" y="1163391"/>
                  </a:moveTo>
                  <a:cubicBezTo>
                    <a:pt x="2992789" y="1163935"/>
                    <a:pt x="332551" y="1153700"/>
                    <a:pt x="0" y="1151598"/>
                  </a:cubicBezTo>
                  <a:cubicBezTo>
                    <a:pt x="824" y="1125684"/>
                    <a:pt x="2148" y="1126010"/>
                    <a:pt x="1603" y="1049312"/>
                  </a:cubicBezTo>
                  <a:cubicBezTo>
                    <a:pt x="496457" y="1053553"/>
                    <a:pt x="1028692" y="-3222"/>
                    <a:pt x="1509363" y="8"/>
                  </a:cubicBezTo>
                  <a:cubicBezTo>
                    <a:pt x="1990034" y="3238"/>
                    <a:pt x="2420480" y="972020"/>
                    <a:pt x="2981208" y="1042407"/>
                  </a:cubicBezTo>
                  <a:cubicBezTo>
                    <a:pt x="2981301" y="1086717"/>
                    <a:pt x="2989755" y="1119081"/>
                    <a:pt x="2989848" y="116339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2E4EFD9-916B-EBA6-1692-1D16E67F145F}"/>
                </a:ext>
              </a:extLst>
            </p:cNvPr>
            <p:cNvSpPr/>
            <p:nvPr/>
          </p:nvSpPr>
          <p:spPr>
            <a:xfrm>
              <a:off x="1929374" y="2636083"/>
              <a:ext cx="221146" cy="1983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146" h="198310">
                  <a:moveTo>
                    <a:pt x="221146" y="0"/>
                  </a:moveTo>
                  <a:lnTo>
                    <a:pt x="221146" y="198310"/>
                  </a:lnTo>
                  <a:lnTo>
                    <a:pt x="122108" y="198005"/>
                  </a:lnTo>
                  <a:cubicBezTo>
                    <a:pt x="71679" y="197822"/>
                    <a:pt x="31837" y="197643"/>
                    <a:pt x="4220" y="197468"/>
                  </a:cubicBezTo>
                  <a:cubicBezTo>
                    <a:pt x="5315" y="163035"/>
                    <a:pt x="724" y="150768"/>
                    <a:pt x="0" y="48856"/>
                  </a:cubicBezTo>
                  <a:cubicBezTo>
                    <a:pt x="41096" y="49208"/>
                    <a:pt x="82237" y="44103"/>
                    <a:pt x="123413" y="34222"/>
                  </a:cubicBez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5BFDB21-9D65-0E82-0532-97292AAF5396}"/>
                </a:ext>
              </a:extLst>
            </p:cNvPr>
            <p:cNvSpPr/>
            <p:nvPr/>
          </p:nvSpPr>
          <p:spPr>
            <a:xfrm>
              <a:off x="5721705" y="2624411"/>
              <a:ext cx="221146" cy="220130"/>
            </a:xfrm>
            <a:custGeom>
              <a:avLst/>
              <a:gdLst>
                <a:gd name="connsiteX0" fmla="*/ 0 w 221146"/>
                <a:gd name="connsiteY0" fmla="*/ 0 h 220130"/>
                <a:gd name="connsiteX1" fmla="*/ 68669 w 221146"/>
                <a:gd name="connsiteY1" fmla="*/ 22199 h 220130"/>
                <a:gd name="connsiteX2" fmla="*/ 220774 w 221146"/>
                <a:gd name="connsiteY2" fmla="*/ 43417 h 220130"/>
                <a:gd name="connsiteX3" fmla="*/ 221143 w 221146"/>
                <a:gd name="connsiteY3" fmla="*/ 220046 h 220130"/>
                <a:gd name="connsiteX4" fmla="*/ 68116 w 221146"/>
                <a:gd name="connsiteY4" fmla="*/ 220104 h 220130"/>
                <a:gd name="connsiteX5" fmla="*/ 0 w 221146"/>
                <a:gd name="connsiteY5" fmla="*/ 220059 h 2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146" h="220130">
                  <a:moveTo>
                    <a:pt x="0" y="0"/>
                  </a:moveTo>
                  <a:lnTo>
                    <a:pt x="68669" y="22199"/>
                  </a:lnTo>
                  <a:cubicBezTo>
                    <a:pt x="118470" y="33859"/>
                    <a:pt x="169148" y="41143"/>
                    <a:pt x="220774" y="43417"/>
                  </a:cubicBezTo>
                  <a:cubicBezTo>
                    <a:pt x="220898" y="102293"/>
                    <a:pt x="221020" y="161170"/>
                    <a:pt x="221143" y="220046"/>
                  </a:cubicBezTo>
                  <a:cubicBezTo>
                    <a:pt x="221632" y="220137"/>
                    <a:pt x="166258" y="220152"/>
                    <a:pt x="68116" y="220104"/>
                  </a:cubicBezTo>
                  <a:lnTo>
                    <a:pt x="0" y="220059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8430B8E-ACD6-F4A6-054F-5ED35AF8AF06}"/>
                </a:ext>
              </a:extLst>
            </p:cNvPr>
            <p:cNvSpPr/>
            <p:nvPr/>
          </p:nvSpPr>
          <p:spPr>
            <a:xfrm>
              <a:off x="1919849" y="1286825"/>
              <a:ext cx="4056800" cy="139525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3110" h="1050057">
                  <a:moveTo>
                    <a:pt x="0" y="1050057"/>
                  </a:moveTo>
                  <a:cubicBezTo>
                    <a:pt x="512482" y="1050804"/>
                    <a:pt x="1042943" y="-4684"/>
                    <a:pt x="1521528" y="16"/>
                  </a:cubicBezTo>
                  <a:cubicBezTo>
                    <a:pt x="2000113" y="4716"/>
                    <a:pt x="2431450" y="1019818"/>
                    <a:pt x="3053110" y="1047195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54" name="Straight Connector 4">
              <a:extLst>
                <a:ext uri="{FF2B5EF4-FFF2-40B4-BE49-F238E27FC236}">
                  <a16:creationId xmlns:a16="http://schemas.microsoft.com/office/drawing/2014/main" id="{97ADF0ED-25F2-229E-A49A-2D53DE3EA166}"/>
                </a:ext>
              </a:extLst>
            </p:cNvPr>
            <p:cNvCxnSpPr>
              <a:cxnSpLocks/>
            </p:cNvCxnSpPr>
            <p:nvPr/>
          </p:nvCxnSpPr>
          <p:spPr>
            <a:xfrm>
              <a:off x="1807029" y="2821258"/>
              <a:ext cx="4286480" cy="12700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B39E896-0CC2-94B9-F059-5C0B324F4BDA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016DCF3-1D33-010E-961B-81A2B11C26BF}"/>
                </a:ext>
              </a:extLst>
            </p:cNvPr>
            <p:cNvCxnSpPr/>
            <p:nvPr/>
          </p:nvCxnSpPr>
          <p:spPr>
            <a:xfrm flipV="1">
              <a:off x="2142040" y="688500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3958CE7-CAD6-6DF0-C49E-9CC7AC3C55DA}"/>
                </a:ext>
              </a:extLst>
            </p:cNvPr>
            <p:cNvCxnSpPr/>
            <p:nvPr/>
          </p:nvCxnSpPr>
          <p:spPr>
            <a:xfrm flipV="1">
              <a:off x="5721705" y="688500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5303F40-55FF-6BB5-B27E-7B00F893206A}"/>
                </a:ext>
              </a:extLst>
            </p:cNvPr>
            <p:cNvCxnSpPr>
              <a:cxnSpLocks/>
            </p:cNvCxnSpPr>
            <p:nvPr/>
          </p:nvCxnSpPr>
          <p:spPr>
            <a:xfrm>
              <a:off x="2150520" y="882650"/>
              <a:ext cx="357118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485BF32B-A85D-8357-3D05-C4A58AE8F184}"/>
                </a:ext>
              </a:extLst>
            </p:cNvPr>
            <p:cNvCxnSpPr>
              <a:cxnSpLocks/>
            </p:cNvCxnSpPr>
            <p:nvPr/>
          </p:nvCxnSpPr>
          <p:spPr>
            <a:xfrm>
              <a:off x="3935413" y="1168400"/>
              <a:ext cx="178629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Left Bracket 59">
              <a:extLst>
                <a:ext uri="{FF2B5EF4-FFF2-40B4-BE49-F238E27FC236}">
                  <a16:creationId xmlns:a16="http://schemas.microsoft.com/office/drawing/2014/main" id="{987588B3-DA66-8EE6-C634-41A066E8C8F5}"/>
                </a:ext>
              </a:extLst>
            </p:cNvPr>
            <p:cNvSpPr/>
            <p:nvPr/>
          </p:nvSpPr>
          <p:spPr>
            <a:xfrm rot="16200000">
              <a:off x="2000378" y="2973985"/>
              <a:ext cx="70658" cy="21266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1" name="Left Bracket 60">
              <a:extLst>
                <a:ext uri="{FF2B5EF4-FFF2-40B4-BE49-F238E27FC236}">
                  <a16:creationId xmlns:a16="http://schemas.microsoft.com/office/drawing/2014/main" id="{9E7707D7-B65F-7CF3-9BEF-14BEB93A455D}"/>
                </a:ext>
              </a:extLst>
            </p:cNvPr>
            <p:cNvSpPr/>
            <p:nvPr/>
          </p:nvSpPr>
          <p:spPr>
            <a:xfrm rot="16200000">
              <a:off x="5792709" y="2973985"/>
              <a:ext cx="70658" cy="21266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2" name="Left Brace 61">
              <a:extLst>
                <a:ext uri="{FF2B5EF4-FFF2-40B4-BE49-F238E27FC236}">
                  <a16:creationId xmlns:a16="http://schemas.microsoft.com/office/drawing/2014/main" id="{4E1AC8B0-229B-8DF9-952D-9FF853D7ACCC}"/>
                </a:ext>
              </a:extLst>
            </p:cNvPr>
            <p:cNvSpPr/>
            <p:nvPr/>
          </p:nvSpPr>
          <p:spPr>
            <a:xfrm rot="16200000">
              <a:off x="3857320" y="1294301"/>
              <a:ext cx="162542" cy="3805233"/>
            </a:xfrm>
            <a:prstGeom prst="leftBrace">
              <a:avLst>
                <a:gd name="adj1" fmla="val 0"/>
                <a:gd name="adj2" fmla="val 50151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31B9855-F8CF-5F2F-6D0F-667C5071AC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17947" y="1880246"/>
              <a:ext cx="241565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D58A799-2205-316A-0B65-3112212F3FD4}"/>
                </a:ext>
              </a:extLst>
            </p:cNvPr>
            <p:cNvSpPr/>
            <p:nvPr/>
          </p:nvSpPr>
          <p:spPr>
            <a:xfrm>
              <a:off x="5745094" y="2924942"/>
              <a:ext cx="793758" cy="549517"/>
            </a:xfrm>
            <a:custGeom>
              <a:avLst/>
              <a:gdLst>
                <a:gd name="connsiteX0" fmla="*/ 128421 w 514783"/>
                <a:gd name="connsiteY0" fmla="*/ 0 h 755650"/>
                <a:gd name="connsiteX1" fmla="*/ 20471 w 514783"/>
                <a:gd name="connsiteY1" fmla="*/ 450850 h 755650"/>
                <a:gd name="connsiteX2" fmla="*/ 490371 w 514783"/>
                <a:gd name="connsiteY2" fmla="*/ 546100 h 755650"/>
                <a:gd name="connsiteX3" fmla="*/ 452271 w 514783"/>
                <a:gd name="connsiteY3" fmla="*/ 755650 h 755650"/>
                <a:gd name="connsiteX4" fmla="*/ 452271 w 514783"/>
                <a:gd name="connsiteY4" fmla="*/ 755650 h 755650"/>
                <a:gd name="connsiteX0" fmla="*/ 8291 w 577573"/>
                <a:gd name="connsiteY0" fmla="*/ 0 h 755650"/>
                <a:gd name="connsiteX1" fmla="*/ 567091 w 577573"/>
                <a:gd name="connsiteY1" fmla="*/ 209550 h 755650"/>
                <a:gd name="connsiteX2" fmla="*/ 370241 w 577573"/>
                <a:gd name="connsiteY2" fmla="*/ 546100 h 755650"/>
                <a:gd name="connsiteX3" fmla="*/ 332141 w 577573"/>
                <a:gd name="connsiteY3" fmla="*/ 755650 h 755650"/>
                <a:gd name="connsiteX4" fmla="*/ 332141 w 577573"/>
                <a:gd name="connsiteY4" fmla="*/ 755650 h 755650"/>
                <a:gd name="connsiteX0" fmla="*/ 7908 w 568253"/>
                <a:gd name="connsiteY0" fmla="*/ 0 h 755650"/>
                <a:gd name="connsiteX1" fmla="*/ 566708 w 568253"/>
                <a:gd name="connsiteY1" fmla="*/ 209550 h 755650"/>
                <a:gd name="connsiteX2" fmla="*/ 179358 w 568253"/>
                <a:gd name="connsiteY2" fmla="*/ 577850 h 755650"/>
                <a:gd name="connsiteX3" fmla="*/ 331758 w 568253"/>
                <a:gd name="connsiteY3" fmla="*/ 755650 h 755650"/>
                <a:gd name="connsiteX4" fmla="*/ 331758 w 568253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491563"/>
                <a:gd name="connsiteY0" fmla="*/ 0 h 755650"/>
                <a:gd name="connsiteX1" fmla="*/ 489756 w 491563"/>
                <a:gd name="connsiteY1" fmla="*/ 95250 h 755650"/>
                <a:gd name="connsiteX2" fmla="*/ 171450 w 491563"/>
                <a:gd name="connsiteY2" fmla="*/ 577850 h 755650"/>
                <a:gd name="connsiteX3" fmla="*/ 323850 w 491563"/>
                <a:gd name="connsiteY3" fmla="*/ 755650 h 755650"/>
                <a:gd name="connsiteX4" fmla="*/ 323850 w 491563"/>
                <a:gd name="connsiteY4" fmla="*/ 755650 h 755650"/>
                <a:gd name="connsiteX0" fmla="*/ 0 w 493464"/>
                <a:gd name="connsiteY0" fmla="*/ 0 h 755650"/>
                <a:gd name="connsiteX1" fmla="*/ 489756 w 493464"/>
                <a:gd name="connsiteY1" fmla="*/ 95250 h 755650"/>
                <a:gd name="connsiteX2" fmla="*/ 229872 w 493464"/>
                <a:gd name="connsiteY2" fmla="*/ 517525 h 755650"/>
                <a:gd name="connsiteX3" fmla="*/ 323850 w 493464"/>
                <a:gd name="connsiteY3" fmla="*/ 755650 h 755650"/>
                <a:gd name="connsiteX4" fmla="*/ 323850 w 493464"/>
                <a:gd name="connsiteY4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3464" h="755650">
                  <a:moveTo>
                    <a:pt x="0" y="0"/>
                  </a:moveTo>
                  <a:cubicBezTo>
                    <a:pt x="32706" y="195791"/>
                    <a:pt x="451444" y="8996"/>
                    <a:pt x="489756" y="95250"/>
                  </a:cubicBezTo>
                  <a:cubicBezTo>
                    <a:pt x="528068" y="181504"/>
                    <a:pt x="257523" y="407458"/>
                    <a:pt x="229872" y="517525"/>
                  </a:cubicBezTo>
                  <a:cubicBezTo>
                    <a:pt x="202221" y="627592"/>
                    <a:pt x="323850" y="755650"/>
                    <a:pt x="323850" y="755650"/>
                  </a:cubicBezTo>
                  <a:lnTo>
                    <a:pt x="323850" y="755650"/>
                  </a:lnTo>
                </a:path>
              </a:pathLst>
            </a:custGeom>
            <a:noFill/>
            <a:ln w="6350">
              <a:headEnd type="oval" w="sm" len="sm"/>
              <a:tailEnd type="stealth" w="sm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249953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E4EDF4-AF6D-E095-5E62-7EC7F19DF1F0}"/>
              </a:ext>
            </a:extLst>
          </p:cNvPr>
          <p:cNvSpPr txBox="1"/>
          <p:nvPr/>
        </p:nvSpPr>
        <p:spPr>
          <a:xfrm>
            <a:off x="8347481" y="711015"/>
            <a:ext cx="534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0,90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428336-BE14-55BC-EDAF-8B95E30909F2}"/>
              </a:ext>
            </a:extLst>
          </p:cNvPr>
          <p:cNvSpPr txBox="1"/>
          <p:nvPr/>
        </p:nvSpPr>
        <p:spPr>
          <a:xfrm>
            <a:off x="9010887" y="1072031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0,45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0F8F3A-5A71-8DAB-20A1-60689A333AD6}"/>
              </a:ext>
            </a:extLst>
          </p:cNvPr>
          <p:cNvSpPr txBox="1"/>
          <p:nvPr/>
        </p:nvSpPr>
        <p:spPr>
          <a:xfrm>
            <a:off x="8386242" y="3435912"/>
            <a:ext cx="50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0,01</a:t>
            </a:r>
            <a:endParaRPr lang="en-ID" sz="1400">
              <a:latin typeface="Average Sans" panose="0200050304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380C3A-19A5-3CC8-2C6D-1616975017DB}"/>
                  </a:ext>
                </a:extLst>
              </p:cNvPr>
              <p:cNvSpPr txBox="1"/>
              <p:nvPr/>
            </p:nvSpPr>
            <p:spPr>
              <a:xfrm>
                <a:off x="10007895" y="1708611"/>
                <a:ext cx="1026909" cy="379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id-ID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id-ID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d-ID" sz="1400">
                    <a:latin typeface="Average Sans" panose="02000503040000020003" pitchFamily="2" charset="0"/>
                  </a:rPr>
                  <a:t>0,05</a:t>
                </a:r>
                <a:endParaRPr lang="en-ID" sz="1400"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380C3A-19A5-3CC8-2C6D-161697501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7895" y="1708611"/>
                <a:ext cx="1026909" cy="379463"/>
              </a:xfrm>
              <a:prstGeom prst="rect">
                <a:avLst/>
              </a:prstGeom>
              <a:blipFill>
                <a:blip r:embed="rId2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4811066-93FA-BE9F-A760-1A668DD068F9}"/>
              </a:ext>
            </a:extLst>
          </p:cNvPr>
          <p:cNvGrpSpPr/>
          <p:nvPr/>
        </p:nvGrpSpPr>
        <p:grpSpPr>
          <a:xfrm>
            <a:off x="6980654" y="842388"/>
            <a:ext cx="3659146" cy="2785959"/>
            <a:chOff x="6980654" y="842388"/>
            <a:chExt cx="3659146" cy="2785959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F23ADBC-84D9-26E9-11A9-BD927FCDC96F}"/>
                </a:ext>
              </a:extLst>
            </p:cNvPr>
            <p:cNvSpPr/>
            <p:nvPr/>
          </p:nvSpPr>
          <p:spPr>
            <a:xfrm>
              <a:off x="7075264" y="1440788"/>
              <a:ext cx="3072144" cy="1545874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105668 w 2977177"/>
                <a:gd name="connsiteY0" fmla="*/ 995147 h 1052000"/>
                <a:gd name="connsiteX1" fmla="*/ 97914 w 2977177"/>
                <a:gd name="connsiteY1" fmla="*/ 973011 h 1052000"/>
                <a:gd name="connsiteX2" fmla="*/ 1450374 w 2977177"/>
                <a:gd name="connsiteY2" fmla="*/ 64 h 1052000"/>
                <a:gd name="connsiteX3" fmla="*/ 2977177 w 2977177"/>
                <a:gd name="connsiteY3" fmla="*/ 1023348 h 1052000"/>
                <a:gd name="connsiteX0" fmla="*/ 96254 w 2980463"/>
                <a:gd name="connsiteY0" fmla="*/ 1128497 h 1128497"/>
                <a:gd name="connsiteX1" fmla="*/ 101200 w 2980463"/>
                <a:gd name="connsiteY1" fmla="*/ 973011 h 1128497"/>
                <a:gd name="connsiteX2" fmla="*/ 1453660 w 2980463"/>
                <a:gd name="connsiteY2" fmla="*/ 64 h 1128497"/>
                <a:gd name="connsiteX3" fmla="*/ 2980463 w 2980463"/>
                <a:gd name="connsiteY3" fmla="*/ 1023348 h 1128497"/>
                <a:gd name="connsiteX0" fmla="*/ 90934 w 2975143"/>
                <a:gd name="connsiteY0" fmla="*/ 1128499 h 1142598"/>
                <a:gd name="connsiteX1" fmla="*/ 108580 w 2975143"/>
                <a:gd name="connsiteY1" fmla="*/ 1131763 h 1142598"/>
                <a:gd name="connsiteX2" fmla="*/ 95880 w 2975143"/>
                <a:gd name="connsiteY2" fmla="*/ 973013 h 1142598"/>
                <a:gd name="connsiteX3" fmla="*/ 1448340 w 2975143"/>
                <a:gd name="connsiteY3" fmla="*/ 66 h 1142598"/>
                <a:gd name="connsiteX4" fmla="*/ 2975143 w 2975143"/>
                <a:gd name="connsiteY4" fmla="*/ 1023350 h 1142598"/>
                <a:gd name="connsiteX0" fmla="*/ 56311 w 2940520"/>
                <a:gd name="connsiteY0" fmla="*/ 1128499 h 1158521"/>
                <a:gd name="connsiteX1" fmla="*/ 296207 w 2940520"/>
                <a:gd name="connsiteY1" fmla="*/ 1150813 h 1158521"/>
                <a:gd name="connsiteX2" fmla="*/ 61257 w 2940520"/>
                <a:gd name="connsiteY2" fmla="*/ 973013 h 1158521"/>
                <a:gd name="connsiteX3" fmla="*/ 1413717 w 2940520"/>
                <a:gd name="connsiteY3" fmla="*/ 66 h 1158521"/>
                <a:gd name="connsiteX4" fmla="*/ 2940520 w 2940520"/>
                <a:gd name="connsiteY4" fmla="*/ 1023350 h 1158521"/>
                <a:gd name="connsiteX0" fmla="*/ 382405 w 3266614"/>
                <a:gd name="connsiteY0" fmla="*/ 1128499 h 1305529"/>
                <a:gd name="connsiteX1" fmla="*/ 1 w 3266614"/>
                <a:gd name="connsiteY1" fmla="*/ 1303213 h 1305529"/>
                <a:gd name="connsiteX2" fmla="*/ 387351 w 3266614"/>
                <a:gd name="connsiteY2" fmla="*/ 973013 h 1305529"/>
                <a:gd name="connsiteX3" fmla="*/ 1739811 w 3266614"/>
                <a:gd name="connsiteY3" fmla="*/ 66 h 1305529"/>
                <a:gd name="connsiteX4" fmla="*/ 3266614 w 3266614"/>
                <a:gd name="connsiteY4" fmla="*/ 1023350 h 1305529"/>
                <a:gd name="connsiteX0" fmla="*/ 3252605 w 3266614"/>
                <a:gd name="connsiteY0" fmla="*/ 1153899 h 1305835"/>
                <a:gd name="connsiteX1" fmla="*/ 1 w 3266614"/>
                <a:gd name="connsiteY1" fmla="*/ 1303213 h 1305835"/>
                <a:gd name="connsiteX2" fmla="*/ 387351 w 3266614"/>
                <a:gd name="connsiteY2" fmla="*/ 973013 h 1305835"/>
                <a:gd name="connsiteX3" fmla="*/ 1739811 w 3266614"/>
                <a:gd name="connsiteY3" fmla="*/ 66 h 1305835"/>
                <a:gd name="connsiteX4" fmla="*/ 3266614 w 3266614"/>
                <a:gd name="connsiteY4" fmla="*/ 1023350 h 1305835"/>
                <a:gd name="connsiteX0" fmla="*/ 2961134 w 2975143"/>
                <a:gd name="connsiteY0" fmla="*/ 1153899 h 1159241"/>
                <a:gd name="connsiteX1" fmla="*/ 108580 w 2975143"/>
                <a:gd name="connsiteY1" fmla="*/ 1144463 h 1159241"/>
                <a:gd name="connsiteX2" fmla="*/ 95880 w 2975143"/>
                <a:gd name="connsiteY2" fmla="*/ 973013 h 1159241"/>
                <a:gd name="connsiteX3" fmla="*/ 1448340 w 2975143"/>
                <a:gd name="connsiteY3" fmla="*/ 66 h 1159241"/>
                <a:gd name="connsiteX4" fmla="*/ 2975143 w 2975143"/>
                <a:gd name="connsiteY4" fmla="*/ 1023350 h 1159241"/>
                <a:gd name="connsiteX0" fmla="*/ 2961714 w 2975723"/>
                <a:gd name="connsiteY0" fmla="*/ 1153899 h 1159241"/>
                <a:gd name="connsiteX1" fmla="*/ 106779 w 2975723"/>
                <a:gd name="connsiteY1" fmla="*/ 1144463 h 1159241"/>
                <a:gd name="connsiteX2" fmla="*/ 96460 w 2975723"/>
                <a:gd name="connsiteY2" fmla="*/ 973013 h 1159241"/>
                <a:gd name="connsiteX3" fmla="*/ 1448920 w 2975723"/>
                <a:gd name="connsiteY3" fmla="*/ 66 h 1159241"/>
                <a:gd name="connsiteX4" fmla="*/ 2975723 w 2975723"/>
                <a:gd name="connsiteY4" fmla="*/ 1023350 h 1159241"/>
                <a:gd name="connsiteX0" fmla="*/ 2961714 w 2975723"/>
                <a:gd name="connsiteY0" fmla="*/ 1153899 h 1153925"/>
                <a:gd name="connsiteX1" fmla="*/ 106779 w 2975723"/>
                <a:gd name="connsiteY1" fmla="*/ 1144463 h 1153925"/>
                <a:gd name="connsiteX2" fmla="*/ 96460 w 2975723"/>
                <a:gd name="connsiteY2" fmla="*/ 973013 h 1153925"/>
                <a:gd name="connsiteX3" fmla="*/ 1448920 w 2975723"/>
                <a:gd name="connsiteY3" fmla="*/ 66 h 1153925"/>
                <a:gd name="connsiteX4" fmla="*/ 2975723 w 2975723"/>
                <a:gd name="connsiteY4" fmla="*/ 1023350 h 1153925"/>
                <a:gd name="connsiteX0" fmla="*/ 2865254 w 2879263"/>
                <a:gd name="connsiteY0" fmla="*/ 1153899 h 1153925"/>
                <a:gd name="connsiteX1" fmla="*/ 10319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5254 w 2879263"/>
                <a:gd name="connsiteY0" fmla="*/ 1153899 h 1153925"/>
                <a:gd name="connsiteX1" fmla="*/ 3175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16"/>
                <a:gd name="connsiteX1" fmla="*/ 0 w 2883231"/>
                <a:gd name="connsiteY1" fmla="*/ 1139701 h 1153916"/>
                <a:gd name="connsiteX2" fmla="*/ 3968 w 2883231"/>
                <a:gd name="connsiteY2" fmla="*/ 973013 h 1153916"/>
                <a:gd name="connsiteX3" fmla="*/ 1356428 w 2883231"/>
                <a:gd name="connsiteY3" fmla="*/ 66 h 1153916"/>
                <a:gd name="connsiteX4" fmla="*/ 2883231 w 2883231"/>
                <a:gd name="connsiteY4" fmla="*/ 1023350 h 1153916"/>
                <a:gd name="connsiteX0" fmla="*/ 2865254 w 2879263"/>
                <a:gd name="connsiteY0" fmla="*/ 1153899 h 1153916"/>
                <a:gd name="connsiteX1" fmla="*/ 7938 w 2879263"/>
                <a:gd name="connsiteY1" fmla="*/ 1139701 h 1153916"/>
                <a:gd name="connsiteX2" fmla="*/ 0 w 2879263"/>
                <a:gd name="connsiteY2" fmla="*/ 973013 h 1153916"/>
                <a:gd name="connsiteX3" fmla="*/ 1352460 w 2879263"/>
                <a:gd name="connsiteY3" fmla="*/ 66 h 1153916"/>
                <a:gd name="connsiteX4" fmla="*/ 2879263 w 2879263"/>
                <a:gd name="connsiteY4" fmla="*/ 1023350 h 1153916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76366 w 2880850"/>
                <a:gd name="connsiteY0" fmla="*/ 1156280 h 1156292"/>
                <a:gd name="connsiteX1" fmla="*/ 0 w 2880850"/>
                <a:gd name="connsiteY1" fmla="*/ 1137319 h 1156292"/>
                <a:gd name="connsiteX2" fmla="*/ 1587 w 2880850"/>
                <a:gd name="connsiteY2" fmla="*/ 973013 h 1156292"/>
                <a:gd name="connsiteX3" fmla="*/ 1354047 w 2880850"/>
                <a:gd name="connsiteY3" fmla="*/ 66 h 1156292"/>
                <a:gd name="connsiteX4" fmla="*/ 2880850 w 2880850"/>
                <a:gd name="connsiteY4" fmla="*/ 1023350 h 1156292"/>
                <a:gd name="connsiteX5" fmla="*/ 2876366 w 2880850"/>
                <a:gd name="connsiteY5" fmla="*/ 1156280 h 1156292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81128 w 2881130"/>
                <a:gd name="connsiteY0" fmla="*/ 1156280 h 1156292"/>
                <a:gd name="connsiteX1" fmla="*/ 0 w 2881130"/>
                <a:gd name="connsiteY1" fmla="*/ 1137319 h 1156292"/>
                <a:gd name="connsiteX2" fmla="*/ 1587 w 2881130"/>
                <a:gd name="connsiteY2" fmla="*/ 973013 h 1156292"/>
                <a:gd name="connsiteX3" fmla="*/ 1354047 w 2881130"/>
                <a:gd name="connsiteY3" fmla="*/ 66 h 1156292"/>
                <a:gd name="connsiteX4" fmla="*/ 2880850 w 2881130"/>
                <a:gd name="connsiteY4" fmla="*/ 1023350 h 1156292"/>
                <a:gd name="connsiteX5" fmla="*/ 2881128 w 2881130"/>
                <a:gd name="connsiteY5" fmla="*/ 1156280 h 1156292"/>
                <a:gd name="connsiteX0" fmla="*/ 2884304 w 2884306"/>
                <a:gd name="connsiteY0" fmla="*/ 1156224 h 1156236"/>
                <a:gd name="connsiteX1" fmla="*/ 3176 w 2884306"/>
                <a:gd name="connsiteY1" fmla="*/ 1137263 h 1156236"/>
                <a:gd name="connsiteX2" fmla="*/ 0 w 2884306"/>
                <a:gd name="connsiteY2" fmla="*/ 1003914 h 1156236"/>
                <a:gd name="connsiteX3" fmla="*/ 1357223 w 2884306"/>
                <a:gd name="connsiteY3" fmla="*/ 10 h 1156236"/>
                <a:gd name="connsiteX4" fmla="*/ 2884026 w 2884306"/>
                <a:gd name="connsiteY4" fmla="*/ 1023294 h 1156236"/>
                <a:gd name="connsiteX5" fmla="*/ 2884304 w 2884306"/>
                <a:gd name="connsiteY5" fmla="*/ 1156224 h 1156236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93423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79086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6886 w 3026888"/>
                <a:gd name="connsiteY0" fmla="*/ 1156222 h 1156285"/>
                <a:gd name="connsiteX1" fmla="*/ 0 w 3026888"/>
                <a:gd name="connsiteY1" fmla="*/ 1151598 h 1156285"/>
                <a:gd name="connsiteX2" fmla="*/ 6382 w 3026888"/>
                <a:gd name="connsiteY2" fmla="*/ 1039754 h 1156285"/>
                <a:gd name="connsiteX3" fmla="*/ 1485468 w 3026888"/>
                <a:gd name="connsiteY3" fmla="*/ 8 h 1156285"/>
                <a:gd name="connsiteX4" fmla="*/ 3021829 w 3026888"/>
                <a:gd name="connsiteY4" fmla="*/ 1056744 h 1156285"/>
                <a:gd name="connsiteX5" fmla="*/ 3026886 w 3026888"/>
                <a:gd name="connsiteY5" fmla="*/ 1156222 h 1156285"/>
                <a:gd name="connsiteX0" fmla="*/ 3049178 w 3049180"/>
                <a:gd name="connsiteY0" fmla="*/ 1156222 h 1156285"/>
                <a:gd name="connsiteX1" fmla="*/ 22292 w 3049180"/>
                <a:gd name="connsiteY1" fmla="*/ 1151598 h 1156285"/>
                <a:gd name="connsiteX2" fmla="*/ 0 w 3049180"/>
                <a:gd name="connsiteY2" fmla="*/ 1049312 h 1156285"/>
                <a:gd name="connsiteX3" fmla="*/ 1507760 w 3049180"/>
                <a:gd name="connsiteY3" fmla="*/ 8 h 1156285"/>
                <a:gd name="connsiteX4" fmla="*/ 3044121 w 3049180"/>
                <a:gd name="connsiteY4" fmla="*/ 1056744 h 1156285"/>
                <a:gd name="connsiteX5" fmla="*/ 3049178 w 3049180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3045724 w 3050783"/>
                <a:gd name="connsiteY4" fmla="*/ 1056744 h 1156285"/>
                <a:gd name="connsiteX5" fmla="*/ 3050781 w 3050783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2981208 w 3050783"/>
                <a:gd name="connsiteY4" fmla="*/ 1042407 h 1156285"/>
                <a:gd name="connsiteX5" fmla="*/ 3050781 w 3050783"/>
                <a:gd name="connsiteY5" fmla="*/ 1156222 h 1156285"/>
                <a:gd name="connsiteX0" fmla="*/ 2993433 w 2993435"/>
                <a:gd name="connsiteY0" fmla="*/ 1170559 h 1170571"/>
                <a:gd name="connsiteX1" fmla="*/ 0 w 2993435"/>
                <a:gd name="connsiteY1" fmla="*/ 1151598 h 1170571"/>
                <a:gd name="connsiteX2" fmla="*/ 1603 w 2993435"/>
                <a:gd name="connsiteY2" fmla="*/ 1049312 h 1170571"/>
                <a:gd name="connsiteX3" fmla="*/ 1509363 w 2993435"/>
                <a:gd name="connsiteY3" fmla="*/ 8 h 1170571"/>
                <a:gd name="connsiteX4" fmla="*/ 2981208 w 2993435"/>
                <a:gd name="connsiteY4" fmla="*/ 1042407 h 1170571"/>
                <a:gd name="connsiteX5" fmla="*/ 2993433 w 2993435"/>
                <a:gd name="connsiteY5" fmla="*/ 1170559 h 117057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9850" h="1163411">
                  <a:moveTo>
                    <a:pt x="2989848" y="1163391"/>
                  </a:moveTo>
                  <a:cubicBezTo>
                    <a:pt x="2992789" y="1163935"/>
                    <a:pt x="332551" y="1153700"/>
                    <a:pt x="0" y="1151598"/>
                  </a:cubicBezTo>
                  <a:cubicBezTo>
                    <a:pt x="824" y="1125684"/>
                    <a:pt x="2148" y="1126010"/>
                    <a:pt x="1603" y="1049312"/>
                  </a:cubicBezTo>
                  <a:cubicBezTo>
                    <a:pt x="496457" y="1053553"/>
                    <a:pt x="1028692" y="-3222"/>
                    <a:pt x="1509363" y="8"/>
                  </a:cubicBezTo>
                  <a:cubicBezTo>
                    <a:pt x="1990034" y="3238"/>
                    <a:pt x="2420480" y="972020"/>
                    <a:pt x="2981208" y="1042407"/>
                  </a:cubicBezTo>
                  <a:cubicBezTo>
                    <a:pt x="2981301" y="1086717"/>
                    <a:pt x="2989755" y="1119081"/>
                    <a:pt x="2989848" y="116339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E0138B7-F549-7AF5-7F79-8C012B68DD0F}"/>
                </a:ext>
              </a:extLst>
            </p:cNvPr>
            <p:cNvSpPr/>
            <p:nvPr/>
          </p:nvSpPr>
          <p:spPr>
            <a:xfrm>
              <a:off x="7075264" y="2789971"/>
              <a:ext cx="171013" cy="1983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146" h="198310">
                  <a:moveTo>
                    <a:pt x="221146" y="0"/>
                  </a:moveTo>
                  <a:lnTo>
                    <a:pt x="221146" y="198310"/>
                  </a:lnTo>
                  <a:lnTo>
                    <a:pt x="122108" y="198005"/>
                  </a:lnTo>
                  <a:cubicBezTo>
                    <a:pt x="71679" y="197822"/>
                    <a:pt x="31837" y="197643"/>
                    <a:pt x="4220" y="197468"/>
                  </a:cubicBezTo>
                  <a:cubicBezTo>
                    <a:pt x="5315" y="163035"/>
                    <a:pt x="724" y="150768"/>
                    <a:pt x="0" y="48856"/>
                  </a:cubicBezTo>
                  <a:cubicBezTo>
                    <a:pt x="41096" y="49208"/>
                    <a:pt x="82237" y="44103"/>
                    <a:pt x="123413" y="34222"/>
                  </a:cubicBez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B93E9A5-9352-DEFF-F15C-631C41FB7D10}"/>
                </a:ext>
              </a:extLst>
            </p:cNvPr>
            <p:cNvSpPr/>
            <p:nvPr/>
          </p:nvSpPr>
          <p:spPr>
            <a:xfrm>
              <a:off x="10007895" y="2778299"/>
              <a:ext cx="171013" cy="220130"/>
            </a:xfrm>
            <a:custGeom>
              <a:avLst/>
              <a:gdLst>
                <a:gd name="connsiteX0" fmla="*/ 0 w 221146"/>
                <a:gd name="connsiteY0" fmla="*/ 0 h 220130"/>
                <a:gd name="connsiteX1" fmla="*/ 68669 w 221146"/>
                <a:gd name="connsiteY1" fmla="*/ 22199 h 220130"/>
                <a:gd name="connsiteX2" fmla="*/ 220774 w 221146"/>
                <a:gd name="connsiteY2" fmla="*/ 43417 h 220130"/>
                <a:gd name="connsiteX3" fmla="*/ 221143 w 221146"/>
                <a:gd name="connsiteY3" fmla="*/ 220046 h 220130"/>
                <a:gd name="connsiteX4" fmla="*/ 68116 w 221146"/>
                <a:gd name="connsiteY4" fmla="*/ 220104 h 220130"/>
                <a:gd name="connsiteX5" fmla="*/ 0 w 221146"/>
                <a:gd name="connsiteY5" fmla="*/ 220059 h 2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146" h="220130">
                  <a:moveTo>
                    <a:pt x="0" y="0"/>
                  </a:moveTo>
                  <a:lnTo>
                    <a:pt x="68669" y="22199"/>
                  </a:lnTo>
                  <a:cubicBezTo>
                    <a:pt x="118470" y="33859"/>
                    <a:pt x="169148" y="41143"/>
                    <a:pt x="220774" y="43417"/>
                  </a:cubicBezTo>
                  <a:cubicBezTo>
                    <a:pt x="220898" y="102293"/>
                    <a:pt x="221020" y="161170"/>
                    <a:pt x="221143" y="220046"/>
                  </a:cubicBezTo>
                  <a:cubicBezTo>
                    <a:pt x="221632" y="220137"/>
                    <a:pt x="166258" y="220152"/>
                    <a:pt x="68116" y="220104"/>
                  </a:cubicBezTo>
                  <a:lnTo>
                    <a:pt x="0" y="220059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E0A8194-1E10-E9E4-3240-3DBA102AE47B}"/>
                </a:ext>
              </a:extLst>
            </p:cNvPr>
            <p:cNvSpPr/>
            <p:nvPr/>
          </p:nvSpPr>
          <p:spPr>
            <a:xfrm>
              <a:off x="7067898" y="1440713"/>
              <a:ext cx="3137147" cy="139525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3110" h="1050057">
                  <a:moveTo>
                    <a:pt x="0" y="1050057"/>
                  </a:moveTo>
                  <a:cubicBezTo>
                    <a:pt x="512482" y="1050804"/>
                    <a:pt x="1042943" y="-4684"/>
                    <a:pt x="1521528" y="16"/>
                  </a:cubicBezTo>
                  <a:cubicBezTo>
                    <a:pt x="2000113" y="4716"/>
                    <a:pt x="2431450" y="1019818"/>
                    <a:pt x="3053110" y="1047195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11" name="Straight Connector 4">
              <a:extLst>
                <a:ext uri="{FF2B5EF4-FFF2-40B4-BE49-F238E27FC236}">
                  <a16:creationId xmlns:a16="http://schemas.microsoft.com/office/drawing/2014/main" id="{684079F4-D846-5377-21E9-D5D83B6FE145}"/>
                </a:ext>
              </a:extLst>
            </p:cNvPr>
            <p:cNvCxnSpPr>
              <a:cxnSpLocks/>
            </p:cNvCxnSpPr>
            <p:nvPr/>
          </p:nvCxnSpPr>
          <p:spPr>
            <a:xfrm>
              <a:off x="6980654" y="2975146"/>
              <a:ext cx="3314760" cy="12700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BA929FE-A48A-A9C1-D221-3932818BFA7B}"/>
                </a:ext>
              </a:extLst>
            </p:cNvPr>
            <p:cNvCxnSpPr>
              <a:cxnSpLocks/>
            </p:cNvCxnSpPr>
            <p:nvPr/>
          </p:nvCxnSpPr>
          <p:spPr>
            <a:xfrm>
              <a:off x="8631806" y="1175716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5F1D886-DFE4-858D-178D-B608EADC9B3E}"/>
                </a:ext>
              </a:extLst>
            </p:cNvPr>
            <p:cNvCxnSpPr/>
            <p:nvPr/>
          </p:nvCxnSpPr>
          <p:spPr>
            <a:xfrm flipV="1">
              <a:off x="7239720" y="842388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C51C524-518D-39B4-54B7-A289B8BE0BD7}"/>
                </a:ext>
              </a:extLst>
            </p:cNvPr>
            <p:cNvCxnSpPr/>
            <p:nvPr/>
          </p:nvCxnSpPr>
          <p:spPr>
            <a:xfrm flipV="1">
              <a:off x="10007895" y="842388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9D2F1C1-590D-6E94-F612-AAC9602E4297}"/>
                </a:ext>
              </a:extLst>
            </p:cNvPr>
            <p:cNvCxnSpPr>
              <a:cxnSpLocks/>
            </p:cNvCxnSpPr>
            <p:nvPr/>
          </p:nvCxnSpPr>
          <p:spPr>
            <a:xfrm>
              <a:off x="7246277" y="1036538"/>
              <a:ext cx="2761618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4F406BC-0EB0-4A5E-12DB-83BF7F60AAFB}"/>
                </a:ext>
              </a:extLst>
            </p:cNvPr>
            <p:cNvCxnSpPr>
              <a:cxnSpLocks/>
            </p:cNvCxnSpPr>
            <p:nvPr/>
          </p:nvCxnSpPr>
          <p:spPr>
            <a:xfrm>
              <a:off x="8626545" y="1322288"/>
              <a:ext cx="138135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Left Bracket 16">
              <a:extLst>
                <a:ext uri="{FF2B5EF4-FFF2-40B4-BE49-F238E27FC236}">
                  <a16:creationId xmlns:a16="http://schemas.microsoft.com/office/drawing/2014/main" id="{2C7873F9-C4B1-006A-3F9A-55B29BFA5805}"/>
                </a:ext>
              </a:extLst>
            </p:cNvPr>
            <p:cNvSpPr/>
            <p:nvPr/>
          </p:nvSpPr>
          <p:spPr>
            <a:xfrm rot="16200000">
              <a:off x="7122163" y="3151978"/>
              <a:ext cx="70658" cy="16445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8" name="Left Bracket 17">
              <a:extLst>
                <a:ext uri="{FF2B5EF4-FFF2-40B4-BE49-F238E27FC236}">
                  <a16:creationId xmlns:a16="http://schemas.microsoft.com/office/drawing/2014/main" id="{B2BD169F-3939-A742-B62B-5057BCC5145A}"/>
                </a:ext>
              </a:extLst>
            </p:cNvPr>
            <p:cNvSpPr/>
            <p:nvPr/>
          </p:nvSpPr>
          <p:spPr>
            <a:xfrm rot="16200000">
              <a:off x="10054794" y="3151978"/>
              <a:ext cx="70658" cy="16445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A3458A08-7211-7DB4-C5EB-FD0D21D5E638}"/>
                </a:ext>
              </a:extLst>
            </p:cNvPr>
            <p:cNvSpPr/>
            <p:nvPr/>
          </p:nvSpPr>
          <p:spPr>
            <a:xfrm rot="16200000">
              <a:off x="8547732" y="1879501"/>
              <a:ext cx="162542" cy="2942609"/>
            </a:xfrm>
            <a:prstGeom prst="leftBrace">
              <a:avLst>
                <a:gd name="adj1" fmla="val 0"/>
                <a:gd name="adj2" fmla="val 50151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2FF60C2-B902-8C2B-8CFF-46D22EC0F9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82320" y="2034134"/>
              <a:ext cx="186804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69BCAD8-0A66-3F22-D0D6-434E41AB3E3A}"/>
                </a:ext>
              </a:extLst>
            </p:cNvPr>
            <p:cNvSpPr/>
            <p:nvPr/>
          </p:nvSpPr>
          <p:spPr>
            <a:xfrm>
              <a:off x="10025982" y="3078830"/>
              <a:ext cx="613818" cy="549517"/>
            </a:xfrm>
            <a:custGeom>
              <a:avLst/>
              <a:gdLst>
                <a:gd name="connsiteX0" fmla="*/ 128421 w 514783"/>
                <a:gd name="connsiteY0" fmla="*/ 0 h 755650"/>
                <a:gd name="connsiteX1" fmla="*/ 20471 w 514783"/>
                <a:gd name="connsiteY1" fmla="*/ 450850 h 755650"/>
                <a:gd name="connsiteX2" fmla="*/ 490371 w 514783"/>
                <a:gd name="connsiteY2" fmla="*/ 546100 h 755650"/>
                <a:gd name="connsiteX3" fmla="*/ 452271 w 514783"/>
                <a:gd name="connsiteY3" fmla="*/ 755650 h 755650"/>
                <a:gd name="connsiteX4" fmla="*/ 452271 w 514783"/>
                <a:gd name="connsiteY4" fmla="*/ 755650 h 755650"/>
                <a:gd name="connsiteX0" fmla="*/ 8291 w 577573"/>
                <a:gd name="connsiteY0" fmla="*/ 0 h 755650"/>
                <a:gd name="connsiteX1" fmla="*/ 567091 w 577573"/>
                <a:gd name="connsiteY1" fmla="*/ 209550 h 755650"/>
                <a:gd name="connsiteX2" fmla="*/ 370241 w 577573"/>
                <a:gd name="connsiteY2" fmla="*/ 546100 h 755650"/>
                <a:gd name="connsiteX3" fmla="*/ 332141 w 577573"/>
                <a:gd name="connsiteY3" fmla="*/ 755650 h 755650"/>
                <a:gd name="connsiteX4" fmla="*/ 332141 w 577573"/>
                <a:gd name="connsiteY4" fmla="*/ 755650 h 755650"/>
                <a:gd name="connsiteX0" fmla="*/ 7908 w 568253"/>
                <a:gd name="connsiteY0" fmla="*/ 0 h 755650"/>
                <a:gd name="connsiteX1" fmla="*/ 566708 w 568253"/>
                <a:gd name="connsiteY1" fmla="*/ 209550 h 755650"/>
                <a:gd name="connsiteX2" fmla="*/ 179358 w 568253"/>
                <a:gd name="connsiteY2" fmla="*/ 577850 h 755650"/>
                <a:gd name="connsiteX3" fmla="*/ 331758 w 568253"/>
                <a:gd name="connsiteY3" fmla="*/ 755650 h 755650"/>
                <a:gd name="connsiteX4" fmla="*/ 331758 w 568253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491563"/>
                <a:gd name="connsiteY0" fmla="*/ 0 h 755650"/>
                <a:gd name="connsiteX1" fmla="*/ 489756 w 491563"/>
                <a:gd name="connsiteY1" fmla="*/ 95250 h 755650"/>
                <a:gd name="connsiteX2" fmla="*/ 171450 w 491563"/>
                <a:gd name="connsiteY2" fmla="*/ 577850 h 755650"/>
                <a:gd name="connsiteX3" fmla="*/ 323850 w 491563"/>
                <a:gd name="connsiteY3" fmla="*/ 755650 h 755650"/>
                <a:gd name="connsiteX4" fmla="*/ 323850 w 491563"/>
                <a:gd name="connsiteY4" fmla="*/ 755650 h 755650"/>
                <a:gd name="connsiteX0" fmla="*/ 0 w 493464"/>
                <a:gd name="connsiteY0" fmla="*/ 0 h 755650"/>
                <a:gd name="connsiteX1" fmla="*/ 489756 w 493464"/>
                <a:gd name="connsiteY1" fmla="*/ 95250 h 755650"/>
                <a:gd name="connsiteX2" fmla="*/ 229872 w 493464"/>
                <a:gd name="connsiteY2" fmla="*/ 517525 h 755650"/>
                <a:gd name="connsiteX3" fmla="*/ 323850 w 493464"/>
                <a:gd name="connsiteY3" fmla="*/ 755650 h 755650"/>
                <a:gd name="connsiteX4" fmla="*/ 323850 w 493464"/>
                <a:gd name="connsiteY4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3464" h="755650">
                  <a:moveTo>
                    <a:pt x="0" y="0"/>
                  </a:moveTo>
                  <a:cubicBezTo>
                    <a:pt x="32706" y="195791"/>
                    <a:pt x="451444" y="8996"/>
                    <a:pt x="489756" y="95250"/>
                  </a:cubicBezTo>
                  <a:cubicBezTo>
                    <a:pt x="528068" y="181504"/>
                    <a:pt x="257523" y="407458"/>
                    <a:pt x="229872" y="517525"/>
                  </a:cubicBezTo>
                  <a:cubicBezTo>
                    <a:pt x="202221" y="627592"/>
                    <a:pt x="323850" y="755650"/>
                    <a:pt x="323850" y="755650"/>
                  </a:cubicBezTo>
                  <a:lnTo>
                    <a:pt x="323850" y="755650"/>
                  </a:lnTo>
                </a:path>
              </a:pathLst>
            </a:custGeom>
            <a:noFill/>
            <a:ln w="6350">
              <a:headEnd type="oval" w="sm" len="sm"/>
              <a:tailEnd type="stealth" w="sm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13C90A20-F844-BF4A-D64F-3317887D8B88}"/>
              </a:ext>
            </a:extLst>
          </p:cNvPr>
          <p:cNvSpPr/>
          <p:nvPr/>
        </p:nvSpPr>
        <p:spPr>
          <a:xfrm>
            <a:off x="5535902" y="5686273"/>
            <a:ext cx="613818" cy="549517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464" h="755650">
                <a:moveTo>
                  <a:pt x="0" y="0"/>
                </a:moveTo>
                <a:cubicBezTo>
                  <a:pt x="32706" y="195791"/>
                  <a:pt x="451444" y="8996"/>
                  <a:pt x="489756" y="95250"/>
                </a:cubicBezTo>
                <a:cubicBezTo>
                  <a:pt x="528068" y="181504"/>
                  <a:pt x="257523" y="407458"/>
                  <a:pt x="229872" y="517525"/>
                </a:cubicBezTo>
                <a:cubicBezTo>
                  <a:pt x="202221" y="627592"/>
                  <a:pt x="323850" y="755650"/>
                  <a:pt x="323850" y="755650"/>
                </a:cubicBezTo>
                <a:lnTo>
                  <a:pt x="323850" y="755650"/>
                </a:lnTo>
              </a:path>
            </a:pathLst>
          </a:custGeom>
          <a:noFill/>
          <a:ln w="6350">
            <a:headEnd type="oval" w="sm" len="sm"/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62537C-846A-5CC2-C901-7005B05C897E}"/>
              </a:ext>
            </a:extLst>
          </p:cNvPr>
          <p:cNvSpPr txBox="1"/>
          <p:nvPr/>
        </p:nvSpPr>
        <p:spPr>
          <a:xfrm>
            <a:off x="10342454" y="3474458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Z ?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93733A-6452-0C31-BF9F-BBD49E6DEECA}"/>
              </a:ext>
            </a:extLst>
          </p:cNvPr>
          <p:cNvSpPr txBox="1"/>
          <p:nvPr/>
        </p:nvSpPr>
        <p:spPr>
          <a:xfrm>
            <a:off x="2540557" y="557127"/>
            <a:ext cx="625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0,950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4D6D2E-1822-75F8-14E2-B627EEA6FDE9}"/>
              </a:ext>
            </a:extLst>
          </p:cNvPr>
          <p:cNvSpPr txBox="1"/>
          <p:nvPr/>
        </p:nvSpPr>
        <p:spPr>
          <a:xfrm>
            <a:off x="3203963" y="918143"/>
            <a:ext cx="598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0,475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77501C-85B6-3F9E-926C-DB821F889BF3}"/>
              </a:ext>
            </a:extLst>
          </p:cNvPr>
          <p:cNvSpPr txBox="1"/>
          <p:nvPr/>
        </p:nvSpPr>
        <p:spPr>
          <a:xfrm>
            <a:off x="2579318" y="3282024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0,050</a:t>
            </a:r>
            <a:endParaRPr lang="en-ID" sz="1400">
              <a:latin typeface="Average Sans" panose="0200050304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456F0E-0E79-8BC9-E617-E046F8329A4A}"/>
                  </a:ext>
                </a:extLst>
              </p:cNvPr>
              <p:cNvSpPr txBox="1"/>
              <p:nvPr/>
            </p:nvSpPr>
            <p:spPr>
              <a:xfrm>
                <a:off x="4200971" y="1554723"/>
                <a:ext cx="1026909" cy="379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id-ID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id-ID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d-ID" sz="1400" dirty="0">
                    <a:latin typeface="Average Sans" panose="02000503040000020003" pitchFamily="2" charset="0"/>
                  </a:rPr>
                  <a:t>0,025</a:t>
                </a:r>
                <a:endParaRPr lang="en-ID" sz="1400" dirty="0"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456F0E-0E79-8BC9-E617-E046F8329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71" y="1554723"/>
                <a:ext cx="1026909" cy="379463"/>
              </a:xfrm>
              <a:prstGeom prst="rect">
                <a:avLst/>
              </a:prstGeom>
              <a:blipFill>
                <a:blip r:embed="rId3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2B6AF46E-973B-1DFE-9B7D-FFA927F8C8ED}"/>
              </a:ext>
            </a:extLst>
          </p:cNvPr>
          <p:cNvGrpSpPr/>
          <p:nvPr/>
        </p:nvGrpSpPr>
        <p:grpSpPr>
          <a:xfrm>
            <a:off x="1173730" y="688500"/>
            <a:ext cx="3659146" cy="2785959"/>
            <a:chOff x="1807029" y="688500"/>
            <a:chExt cx="4731823" cy="2785959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050CCC1-4BDB-66A0-A8C4-D4855BC39A1E}"/>
                </a:ext>
              </a:extLst>
            </p:cNvPr>
            <p:cNvSpPr/>
            <p:nvPr/>
          </p:nvSpPr>
          <p:spPr>
            <a:xfrm>
              <a:off x="1929374" y="1286900"/>
              <a:ext cx="3972742" cy="1545874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105668 w 2977177"/>
                <a:gd name="connsiteY0" fmla="*/ 995147 h 1052000"/>
                <a:gd name="connsiteX1" fmla="*/ 97914 w 2977177"/>
                <a:gd name="connsiteY1" fmla="*/ 973011 h 1052000"/>
                <a:gd name="connsiteX2" fmla="*/ 1450374 w 2977177"/>
                <a:gd name="connsiteY2" fmla="*/ 64 h 1052000"/>
                <a:gd name="connsiteX3" fmla="*/ 2977177 w 2977177"/>
                <a:gd name="connsiteY3" fmla="*/ 1023348 h 1052000"/>
                <a:gd name="connsiteX0" fmla="*/ 96254 w 2980463"/>
                <a:gd name="connsiteY0" fmla="*/ 1128497 h 1128497"/>
                <a:gd name="connsiteX1" fmla="*/ 101200 w 2980463"/>
                <a:gd name="connsiteY1" fmla="*/ 973011 h 1128497"/>
                <a:gd name="connsiteX2" fmla="*/ 1453660 w 2980463"/>
                <a:gd name="connsiteY2" fmla="*/ 64 h 1128497"/>
                <a:gd name="connsiteX3" fmla="*/ 2980463 w 2980463"/>
                <a:gd name="connsiteY3" fmla="*/ 1023348 h 1128497"/>
                <a:gd name="connsiteX0" fmla="*/ 90934 w 2975143"/>
                <a:gd name="connsiteY0" fmla="*/ 1128499 h 1142598"/>
                <a:gd name="connsiteX1" fmla="*/ 108580 w 2975143"/>
                <a:gd name="connsiteY1" fmla="*/ 1131763 h 1142598"/>
                <a:gd name="connsiteX2" fmla="*/ 95880 w 2975143"/>
                <a:gd name="connsiteY2" fmla="*/ 973013 h 1142598"/>
                <a:gd name="connsiteX3" fmla="*/ 1448340 w 2975143"/>
                <a:gd name="connsiteY3" fmla="*/ 66 h 1142598"/>
                <a:gd name="connsiteX4" fmla="*/ 2975143 w 2975143"/>
                <a:gd name="connsiteY4" fmla="*/ 1023350 h 1142598"/>
                <a:gd name="connsiteX0" fmla="*/ 56311 w 2940520"/>
                <a:gd name="connsiteY0" fmla="*/ 1128499 h 1158521"/>
                <a:gd name="connsiteX1" fmla="*/ 296207 w 2940520"/>
                <a:gd name="connsiteY1" fmla="*/ 1150813 h 1158521"/>
                <a:gd name="connsiteX2" fmla="*/ 61257 w 2940520"/>
                <a:gd name="connsiteY2" fmla="*/ 973013 h 1158521"/>
                <a:gd name="connsiteX3" fmla="*/ 1413717 w 2940520"/>
                <a:gd name="connsiteY3" fmla="*/ 66 h 1158521"/>
                <a:gd name="connsiteX4" fmla="*/ 2940520 w 2940520"/>
                <a:gd name="connsiteY4" fmla="*/ 1023350 h 1158521"/>
                <a:gd name="connsiteX0" fmla="*/ 382405 w 3266614"/>
                <a:gd name="connsiteY0" fmla="*/ 1128499 h 1305529"/>
                <a:gd name="connsiteX1" fmla="*/ 1 w 3266614"/>
                <a:gd name="connsiteY1" fmla="*/ 1303213 h 1305529"/>
                <a:gd name="connsiteX2" fmla="*/ 387351 w 3266614"/>
                <a:gd name="connsiteY2" fmla="*/ 973013 h 1305529"/>
                <a:gd name="connsiteX3" fmla="*/ 1739811 w 3266614"/>
                <a:gd name="connsiteY3" fmla="*/ 66 h 1305529"/>
                <a:gd name="connsiteX4" fmla="*/ 3266614 w 3266614"/>
                <a:gd name="connsiteY4" fmla="*/ 1023350 h 1305529"/>
                <a:gd name="connsiteX0" fmla="*/ 3252605 w 3266614"/>
                <a:gd name="connsiteY0" fmla="*/ 1153899 h 1305835"/>
                <a:gd name="connsiteX1" fmla="*/ 1 w 3266614"/>
                <a:gd name="connsiteY1" fmla="*/ 1303213 h 1305835"/>
                <a:gd name="connsiteX2" fmla="*/ 387351 w 3266614"/>
                <a:gd name="connsiteY2" fmla="*/ 973013 h 1305835"/>
                <a:gd name="connsiteX3" fmla="*/ 1739811 w 3266614"/>
                <a:gd name="connsiteY3" fmla="*/ 66 h 1305835"/>
                <a:gd name="connsiteX4" fmla="*/ 3266614 w 3266614"/>
                <a:gd name="connsiteY4" fmla="*/ 1023350 h 1305835"/>
                <a:gd name="connsiteX0" fmla="*/ 2961134 w 2975143"/>
                <a:gd name="connsiteY0" fmla="*/ 1153899 h 1159241"/>
                <a:gd name="connsiteX1" fmla="*/ 108580 w 2975143"/>
                <a:gd name="connsiteY1" fmla="*/ 1144463 h 1159241"/>
                <a:gd name="connsiteX2" fmla="*/ 95880 w 2975143"/>
                <a:gd name="connsiteY2" fmla="*/ 973013 h 1159241"/>
                <a:gd name="connsiteX3" fmla="*/ 1448340 w 2975143"/>
                <a:gd name="connsiteY3" fmla="*/ 66 h 1159241"/>
                <a:gd name="connsiteX4" fmla="*/ 2975143 w 2975143"/>
                <a:gd name="connsiteY4" fmla="*/ 1023350 h 1159241"/>
                <a:gd name="connsiteX0" fmla="*/ 2961714 w 2975723"/>
                <a:gd name="connsiteY0" fmla="*/ 1153899 h 1159241"/>
                <a:gd name="connsiteX1" fmla="*/ 106779 w 2975723"/>
                <a:gd name="connsiteY1" fmla="*/ 1144463 h 1159241"/>
                <a:gd name="connsiteX2" fmla="*/ 96460 w 2975723"/>
                <a:gd name="connsiteY2" fmla="*/ 973013 h 1159241"/>
                <a:gd name="connsiteX3" fmla="*/ 1448920 w 2975723"/>
                <a:gd name="connsiteY3" fmla="*/ 66 h 1159241"/>
                <a:gd name="connsiteX4" fmla="*/ 2975723 w 2975723"/>
                <a:gd name="connsiteY4" fmla="*/ 1023350 h 1159241"/>
                <a:gd name="connsiteX0" fmla="*/ 2961714 w 2975723"/>
                <a:gd name="connsiteY0" fmla="*/ 1153899 h 1153925"/>
                <a:gd name="connsiteX1" fmla="*/ 106779 w 2975723"/>
                <a:gd name="connsiteY1" fmla="*/ 1144463 h 1153925"/>
                <a:gd name="connsiteX2" fmla="*/ 96460 w 2975723"/>
                <a:gd name="connsiteY2" fmla="*/ 973013 h 1153925"/>
                <a:gd name="connsiteX3" fmla="*/ 1448920 w 2975723"/>
                <a:gd name="connsiteY3" fmla="*/ 66 h 1153925"/>
                <a:gd name="connsiteX4" fmla="*/ 2975723 w 2975723"/>
                <a:gd name="connsiteY4" fmla="*/ 1023350 h 1153925"/>
                <a:gd name="connsiteX0" fmla="*/ 2865254 w 2879263"/>
                <a:gd name="connsiteY0" fmla="*/ 1153899 h 1153925"/>
                <a:gd name="connsiteX1" fmla="*/ 10319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5254 w 2879263"/>
                <a:gd name="connsiteY0" fmla="*/ 1153899 h 1153925"/>
                <a:gd name="connsiteX1" fmla="*/ 3175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16"/>
                <a:gd name="connsiteX1" fmla="*/ 0 w 2883231"/>
                <a:gd name="connsiteY1" fmla="*/ 1139701 h 1153916"/>
                <a:gd name="connsiteX2" fmla="*/ 3968 w 2883231"/>
                <a:gd name="connsiteY2" fmla="*/ 973013 h 1153916"/>
                <a:gd name="connsiteX3" fmla="*/ 1356428 w 2883231"/>
                <a:gd name="connsiteY3" fmla="*/ 66 h 1153916"/>
                <a:gd name="connsiteX4" fmla="*/ 2883231 w 2883231"/>
                <a:gd name="connsiteY4" fmla="*/ 1023350 h 1153916"/>
                <a:gd name="connsiteX0" fmla="*/ 2865254 w 2879263"/>
                <a:gd name="connsiteY0" fmla="*/ 1153899 h 1153916"/>
                <a:gd name="connsiteX1" fmla="*/ 7938 w 2879263"/>
                <a:gd name="connsiteY1" fmla="*/ 1139701 h 1153916"/>
                <a:gd name="connsiteX2" fmla="*/ 0 w 2879263"/>
                <a:gd name="connsiteY2" fmla="*/ 973013 h 1153916"/>
                <a:gd name="connsiteX3" fmla="*/ 1352460 w 2879263"/>
                <a:gd name="connsiteY3" fmla="*/ 66 h 1153916"/>
                <a:gd name="connsiteX4" fmla="*/ 2879263 w 2879263"/>
                <a:gd name="connsiteY4" fmla="*/ 1023350 h 1153916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76366 w 2880850"/>
                <a:gd name="connsiteY0" fmla="*/ 1156280 h 1156292"/>
                <a:gd name="connsiteX1" fmla="*/ 0 w 2880850"/>
                <a:gd name="connsiteY1" fmla="*/ 1137319 h 1156292"/>
                <a:gd name="connsiteX2" fmla="*/ 1587 w 2880850"/>
                <a:gd name="connsiteY2" fmla="*/ 973013 h 1156292"/>
                <a:gd name="connsiteX3" fmla="*/ 1354047 w 2880850"/>
                <a:gd name="connsiteY3" fmla="*/ 66 h 1156292"/>
                <a:gd name="connsiteX4" fmla="*/ 2880850 w 2880850"/>
                <a:gd name="connsiteY4" fmla="*/ 1023350 h 1156292"/>
                <a:gd name="connsiteX5" fmla="*/ 2876366 w 2880850"/>
                <a:gd name="connsiteY5" fmla="*/ 1156280 h 1156292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81128 w 2881130"/>
                <a:gd name="connsiteY0" fmla="*/ 1156280 h 1156292"/>
                <a:gd name="connsiteX1" fmla="*/ 0 w 2881130"/>
                <a:gd name="connsiteY1" fmla="*/ 1137319 h 1156292"/>
                <a:gd name="connsiteX2" fmla="*/ 1587 w 2881130"/>
                <a:gd name="connsiteY2" fmla="*/ 973013 h 1156292"/>
                <a:gd name="connsiteX3" fmla="*/ 1354047 w 2881130"/>
                <a:gd name="connsiteY3" fmla="*/ 66 h 1156292"/>
                <a:gd name="connsiteX4" fmla="*/ 2880850 w 2881130"/>
                <a:gd name="connsiteY4" fmla="*/ 1023350 h 1156292"/>
                <a:gd name="connsiteX5" fmla="*/ 2881128 w 2881130"/>
                <a:gd name="connsiteY5" fmla="*/ 1156280 h 1156292"/>
                <a:gd name="connsiteX0" fmla="*/ 2884304 w 2884306"/>
                <a:gd name="connsiteY0" fmla="*/ 1156224 h 1156236"/>
                <a:gd name="connsiteX1" fmla="*/ 3176 w 2884306"/>
                <a:gd name="connsiteY1" fmla="*/ 1137263 h 1156236"/>
                <a:gd name="connsiteX2" fmla="*/ 0 w 2884306"/>
                <a:gd name="connsiteY2" fmla="*/ 1003914 h 1156236"/>
                <a:gd name="connsiteX3" fmla="*/ 1357223 w 2884306"/>
                <a:gd name="connsiteY3" fmla="*/ 10 h 1156236"/>
                <a:gd name="connsiteX4" fmla="*/ 2884026 w 2884306"/>
                <a:gd name="connsiteY4" fmla="*/ 1023294 h 1156236"/>
                <a:gd name="connsiteX5" fmla="*/ 2884304 w 2884306"/>
                <a:gd name="connsiteY5" fmla="*/ 1156224 h 1156236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93423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79086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6886 w 3026888"/>
                <a:gd name="connsiteY0" fmla="*/ 1156222 h 1156285"/>
                <a:gd name="connsiteX1" fmla="*/ 0 w 3026888"/>
                <a:gd name="connsiteY1" fmla="*/ 1151598 h 1156285"/>
                <a:gd name="connsiteX2" fmla="*/ 6382 w 3026888"/>
                <a:gd name="connsiteY2" fmla="*/ 1039754 h 1156285"/>
                <a:gd name="connsiteX3" fmla="*/ 1485468 w 3026888"/>
                <a:gd name="connsiteY3" fmla="*/ 8 h 1156285"/>
                <a:gd name="connsiteX4" fmla="*/ 3021829 w 3026888"/>
                <a:gd name="connsiteY4" fmla="*/ 1056744 h 1156285"/>
                <a:gd name="connsiteX5" fmla="*/ 3026886 w 3026888"/>
                <a:gd name="connsiteY5" fmla="*/ 1156222 h 1156285"/>
                <a:gd name="connsiteX0" fmla="*/ 3049178 w 3049180"/>
                <a:gd name="connsiteY0" fmla="*/ 1156222 h 1156285"/>
                <a:gd name="connsiteX1" fmla="*/ 22292 w 3049180"/>
                <a:gd name="connsiteY1" fmla="*/ 1151598 h 1156285"/>
                <a:gd name="connsiteX2" fmla="*/ 0 w 3049180"/>
                <a:gd name="connsiteY2" fmla="*/ 1049312 h 1156285"/>
                <a:gd name="connsiteX3" fmla="*/ 1507760 w 3049180"/>
                <a:gd name="connsiteY3" fmla="*/ 8 h 1156285"/>
                <a:gd name="connsiteX4" fmla="*/ 3044121 w 3049180"/>
                <a:gd name="connsiteY4" fmla="*/ 1056744 h 1156285"/>
                <a:gd name="connsiteX5" fmla="*/ 3049178 w 3049180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3045724 w 3050783"/>
                <a:gd name="connsiteY4" fmla="*/ 1056744 h 1156285"/>
                <a:gd name="connsiteX5" fmla="*/ 3050781 w 3050783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2981208 w 3050783"/>
                <a:gd name="connsiteY4" fmla="*/ 1042407 h 1156285"/>
                <a:gd name="connsiteX5" fmla="*/ 3050781 w 3050783"/>
                <a:gd name="connsiteY5" fmla="*/ 1156222 h 1156285"/>
                <a:gd name="connsiteX0" fmla="*/ 2993433 w 2993435"/>
                <a:gd name="connsiteY0" fmla="*/ 1170559 h 1170571"/>
                <a:gd name="connsiteX1" fmla="*/ 0 w 2993435"/>
                <a:gd name="connsiteY1" fmla="*/ 1151598 h 1170571"/>
                <a:gd name="connsiteX2" fmla="*/ 1603 w 2993435"/>
                <a:gd name="connsiteY2" fmla="*/ 1049312 h 1170571"/>
                <a:gd name="connsiteX3" fmla="*/ 1509363 w 2993435"/>
                <a:gd name="connsiteY3" fmla="*/ 8 h 1170571"/>
                <a:gd name="connsiteX4" fmla="*/ 2981208 w 2993435"/>
                <a:gd name="connsiteY4" fmla="*/ 1042407 h 1170571"/>
                <a:gd name="connsiteX5" fmla="*/ 2993433 w 2993435"/>
                <a:gd name="connsiteY5" fmla="*/ 1170559 h 117057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9850" h="1163411">
                  <a:moveTo>
                    <a:pt x="2989848" y="1163391"/>
                  </a:moveTo>
                  <a:cubicBezTo>
                    <a:pt x="2992789" y="1163935"/>
                    <a:pt x="332551" y="1153700"/>
                    <a:pt x="0" y="1151598"/>
                  </a:cubicBezTo>
                  <a:cubicBezTo>
                    <a:pt x="824" y="1125684"/>
                    <a:pt x="2148" y="1126010"/>
                    <a:pt x="1603" y="1049312"/>
                  </a:cubicBezTo>
                  <a:cubicBezTo>
                    <a:pt x="496457" y="1053553"/>
                    <a:pt x="1028692" y="-3222"/>
                    <a:pt x="1509363" y="8"/>
                  </a:cubicBezTo>
                  <a:cubicBezTo>
                    <a:pt x="1990034" y="3238"/>
                    <a:pt x="2420480" y="972020"/>
                    <a:pt x="2981208" y="1042407"/>
                  </a:cubicBezTo>
                  <a:cubicBezTo>
                    <a:pt x="2981301" y="1086717"/>
                    <a:pt x="2989755" y="1119081"/>
                    <a:pt x="2989848" y="116339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18FD434-540D-A876-81F9-95BB46EFBA8B}"/>
                </a:ext>
              </a:extLst>
            </p:cNvPr>
            <p:cNvSpPr/>
            <p:nvPr/>
          </p:nvSpPr>
          <p:spPr>
            <a:xfrm>
              <a:off x="1929374" y="2636083"/>
              <a:ext cx="221146" cy="1983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146" h="198310">
                  <a:moveTo>
                    <a:pt x="221146" y="0"/>
                  </a:moveTo>
                  <a:lnTo>
                    <a:pt x="221146" y="198310"/>
                  </a:lnTo>
                  <a:lnTo>
                    <a:pt x="122108" y="198005"/>
                  </a:lnTo>
                  <a:cubicBezTo>
                    <a:pt x="71679" y="197822"/>
                    <a:pt x="31837" y="197643"/>
                    <a:pt x="4220" y="197468"/>
                  </a:cubicBezTo>
                  <a:cubicBezTo>
                    <a:pt x="5315" y="163035"/>
                    <a:pt x="724" y="150768"/>
                    <a:pt x="0" y="48856"/>
                  </a:cubicBezTo>
                  <a:cubicBezTo>
                    <a:pt x="41096" y="49208"/>
                    <a:pt x="82237" y="44103"/>
                    <a:pt x="123413" y="34222"/>
                  </a:cubicBez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93E959E-C21E-6676-3AEF-F4C2D9C2A314}"/>
                </a:ext>
              </a:extLst>
            </p:cNvPr>
            <p:cNvSpPr/>
            <p:nvPr/>
          </p:nvSpPr>
          <p:spPr>
            <a:xfrm>
              <a:off x="5721705" y="2624411"/>
              <a:ext cx="221146" cy="220130"/>
            </a:xfrm>
            <a:custGeom>
              <a:avLst/>
              <a:gdLst>
                <a:gd name="connsiteX0" fmla="*/ 0 w 221146"/>
                <a:gd name="connsiteY0" fmla="*/ 0 h 220130"/>
                <a:gd name="connsiteX1" fmla="*/ 68669 w 221146"/>
                <a:gd name="connsiteY1" fmla="*/ 22199 h 220130"/>
                <a:gd name="connsiteX2" fmla="*/ 220774 w 221146"/>
                <a:gd name="connsiteY2" fmla="*/ 43417 h 220130"/>
                <a:gd name="connsiteX3" fmla="*/ 221143 w 221146"/>
                <a:gd name="connsiteY3" fmla="*/ 220046 h 220130"/>
                <a:gd name="connsiteX4" fmla="*/ 68116 w 221146"/>
                <a:gd name="connsiteY4" fmla="*/ 220104 h 220130"/>
                <a:gd name="connsiteX5" fmla="*/ 0 w 221146"/>
                <a:gd name="connsiteY5" fmla="*/ 220059 h 2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146" h="220130">
                  <a:moveTo>
                    <a:pt x="0" y="0"/>
                  </a:moveTo>
                  <a:lnTo>
                    <a:pt x="68669" y="22199"/>
                  </a:lnTo>
                  <a:cubicBezTo>
                    <a:pt x="118470" y="33859"/>
                    <a:pt x="169148" y="41143"/>
                    <a:pt x="220774" y="43417"/>
                  </a:cubicBezTo>
                  <a:cubicBezTo>
                    <a:pt x="220898" y="102293"/>
                    <a:pt x="221020" y="161170"/>
                    <a:pt x="221143" y="220046"/>
                  </a:cubicBezTo>
                  <a:cubicBezTo>
                    <a:pt x="221632" y="220137"/>
                    <a:pt x="166258" y="220152"/>
                    <a:pt x="68116" y="220104"/>
                  </a:cubicBezTo>
                  <a:lnTo>
                    <a:pt x="0" y="220059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B06DC5F-D5FE-63D1-733A-E6617935B0F3}"/>
                </a:ext>
              </a:extLst>
            </p:cNvPr>
            <p:cNvSpPr/>
            <p:nvPr/>
          </p:nvSpPr>
          <p:spPr>
            <a:xfrm>
              <a:off x="1919849" y="1286825"/>
              <a:ext cx="4056800" cy="139525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3110" h="1050057">
                  <a:moveTo>
                    <a:pt x="0" y="1050057"/>
                  </a:moveTo>
                  <a:cubicBezTo>
                    <a:pt x="512482" y="1050804"/>
                    <a:pt x="1042943" y="-4684"/>
                    <a:pt x="1521528" y="16"/>
                  </a:cubicBezTo>
                  <a:cubicBezTo>
                    <a:pt x="2000113" y="4716"/>
                    <a:pt x="2431450" y="1019818"/>
                    <a:pt x="3053110" y="1047195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32" name="Straight Connector 4">
              <a:extLst>
                <a:ext uri="{FF2B5EF4-FFF2-40B4-BE49-F238E27FC236}">
                  <a16:creationId xmlns:a16="http://schemas.microsoft.com/office/drawing/2014/main" id="{67B12CFC-6D60-3CF3-EE4C-493816B67C36}"/>
                </a:ext>
              </a:extLst>
            </p:cNvPr>
            <p:cNvCxnSpPr>
              <a:cxnSpLocks/>
            </p:cNvCxnSpPr>
            <p:nvPr/>
          </p:nvCxnSpPr>
          <p:spPr>
            <a:xfrm>
              <a:off x="1807029" y="2821258"/>
              <a:ext cx="4286480" cy="12700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C29236-86F1-319D-F567-67F68F12FF46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3ED63FD-108A-BB62-03CB-7263A8565933}"/>
                </a:ext>
              </a:extLst>
            </p:cNvPr>
            <p:cNvCxnSpPr/>
            <p:nvPr/>
          </p:nvCxnSpPr>
          <p:spPr>
            <a:xfrm flipV="1">
              <a:off x="2142040" y="688500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1309152-43CD-6DDF-3898-EF0F2B5087B3}"/>
                </a:ext>
              </a:extLst>
            </p:cNvPr>
            <p:cNvCxnSpPr/>
            <p:nvPr/>
          </p:nvCxnSpPr>
          <p:spPr>
            <a:xfrm flipV="1">
              <a:off x="5721705" y="688500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A317992-EF32-0A44-DADA-EE9E0B5BD802}"/>
                </a:ext>
              </a:extLst>
            </p:cNvPr>
            <p:cNvCxnSpPr>
              <a:cxnSpLocks/>
            </p:cNvCxnSpPr>
            <p:nvPr/>
          </p:nvCxnSpPr>
          <p:spPr>
            <a:xfrm>
              <a:off x="2150520" y="882650"/>
              <a:ext cx="357118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49E5122-369B-4C79-732E-F459CD70EC0F}"/>
                </a:ext>
              </a:extLst>
            </p:cNvPr>
            <p:cNvCxnSpPr>
              <a:cxnSpLocks/>
            </p:cNvCxnSpPr>
            <p:nvPr/>
          </p:nvCxnSpPr>
          <p:spPr>
            <a:xfrm>
              <a:off x="3935413" y="1168400"/>
              <a:ext cx="178629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Left Bracket 37">
              <a:extLst>
                <a:ext uri="{FF2B5EF4-FFF2-40B4-BE49-F238E27FC236}">
                  <a16:creationId xmlns:a16="http://schemas.microsoft.com/office/drawing/2014/main" id="{6CCEA6FF-6151-D13C-6C33-DC77786E6DC6}"/>
                </a:ext>
              </a:extLst>
            </p:cNvPr>
            <p:cNvSpPr/>
            <p:nvPr/>
          </p:nvSpPr>
          <p:spPr>
            <a:xfrm rot="16200000">
              <a:off x="2000378" y="2973985"/>
              <a:ext cx="70658" cy="21266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9" name="Left Bracket 38">
              <a:extLst>
                <a:ext uri="{FF2B5EF4-FFF2-40B4-BE49-F238E27FC236}">
                  <a16:creationId xmlns:a16="http://schemas.microsoft.com/office/drawing/2014/main" id="{F7091FAC-15F2-689F-9A83-A5B8FE366902}"/>
                </a:ext>
              </a:extLst>
            </p:cNvPr>
            <p:cNvSpPr/>
            <p:nvPr/>
          </p:nvSpPr>
          <p:spPr>
            <a:xfrm rot="16200000">
              <a:off x="5792709" y="2973985"/>
              <a:ext cx="70658" cy="21266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Left Brace 39">
              <a:extLst>
                <a:ext uri="{FF2B5EF4-FFF2-40B4-BE49-F238E27FC236}">
                  <a16:creationId xmlns:a16="http://schemas.microsoft.com/office/drawing/2014/main" id="{F0791314-4312-088C-F480-0EB5F3BFEA8F}"/>
                </a:ext>
              </a:extLst>
            </p:cNvPr>
            <p:cNvSpPr/>
            <p:nvPr/>
          </p:nvSpPr>
          <p:spPr>
            <a:xfrm rot="16200000">
              <a:off x="3857320" y="1294301"/>
              <a:ext cx="162542" cy="3805233"/>
            </a:xfrm>
            <a:prstGeom prst="leftBrace">
              <a:avLst>
                <a:gd name="adj1" fmla="val 0"/>
                <a:gd name="adj2" fmla="val 50151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7F940EF-8880-0E8C-4AFB-83A3B05CAE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17947" y="1880246"/>
              <a:ext cx="241565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CC9E74C-BB4D-5E8F-0EF3-FD5C87031C7C}"/>
                </a:ext>
              </a:extLst>
            </p:cNvPr>
            <p:cNvSpPr/>
            <p:nvPr/>
          </p:nvSpPr>
          <p:spPr>
            <a:xfrm>
              <a:off x="5745094" y="2924942"/>
              <a:ext cx="793758" cy="549517"/>
            </a:xfrm>
            <a:custGeom>
              <a:avLst/>
              <a:gdLst>
                <a:gd name="connsiteX0" fmla="*/ 128421 w 514783"/>
                <a:gd name="connsiteY0" fmla="*/ 0 h 755650"/>
                <a:gd name="connsiteX1" fmla="*/ 20471 w 514783"/>
                <a:gd name="connsiteY1" fmla="*/ 450850 h 755650"/>
                <a:gd name="connsiteX2" fmla="*/ 490371 w 514783"/>
                <a:gd name="connsiteY2" fmla="*/ 546100 h 755650"/>
                <a:gd name="connsiteX3" fmla="*/ 452271 w 514783"/>
                <a:gd name="connsiteY3" fmla="*/ 755650 h 755650"/>
                <a:gd name="connsiteX4" fmla="*/ 452271 w 514783"/>
                <a:gd name="connsiteY4" fmla="*/ 755650 h 755650"/>
                <a:gd name="connsiteX0" fmla="*/ 8291 w 577573"/>
                <a:gd name="connsiteY0" fmla="*/ 0 h 755650"/>
                <a:gd name="connsiteX1" fmla="*/ 567091 w 577573"/>
                <a:gd name="connsiteY1" fmla="*/ 209550 h 755650"/>
                <a:gd name="connsiteX2" fmla="*/ 370241 w 577573"/>
                <a:gd name="connsiteY2" fmla="*/ 546100 h 755650"/>
                <a:gd name="connsiteX3" fmla="*/ 332141 w 577573"/>
                <a:gd name="connsiteY3" fmla="*/ 755650 h 755650"/>
                <a:gd name="connsiteX4" fmla="*/ 332141 w 577573"/>
                <a:gd name="connsiteY4" fmla="*/ 755650 h 755650"/>
                <a:gd name="connsiteX0" fmla="*/ 7908 w 568253"/>
                <a:gd name="connsiteY0" fmla="*/ 0 h 755650"/>
                <a:gd name="connsiteX1" fmla="*/ 566708 w 568253"/>
                <a:gd name="connsiteY1" fmla="*/ 209550 h 755650"/>
                <a:gd name="connsiteX2" fmla="*/ 179358 w 568253"/>
                <a:gd name="connsiteY2" fmla="*/ 577850 h 755650"/>
                <a:gd name="connsiteX3" fmla="*/ 331758 w 568253"/>
                <a:gd name="connsiteY3" fmla="*/ 755650 h 755650"/>
                <a:gd name="connsiteX4" fmla="*/ 331758 w 568253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491563"/>
                <a:gd name="connsiteY0" fmla="*/ 0 h 755650"/>
                <a:gd name="connsiteX1" fmla="*/ 489756 w 491563"/>
                <a:gd name="connsiteY1" fmla="*/ 95250 h 755650"/>
                <a:gd name="connsiteX2" fmla="*/ 171450 w 491563"/>
                <a:gd name="connsiteY2" fmla="*/ 577850 h 755650"/>
                <a:gd name="connsiteX3" fmla="*/ 323850 w 491563"/>
                <a:gd name="connsiteY3" fmla="*/ 755650 h 755650"/>
                <a:gd name="connsiteX4" fmla="*/ 323850 w 491563"/>
                <a:gd name="connsiteY4" fmla="*/ 755650 h 755650"/>
                <a:gd name="connsiteX0" fmla="*/ 0 w 493464"/>
                <a:gd name="connsiteY0" fmla="*/ 0 h 755650"/>
                <a:gd name="connsiteX1" fmla="*/ 489756 w 493464"/>
                <a:gd name="connsiteY1" fmla="*/ 95250 h 755650"/>
                <a:gd name="connsiteX2" fmla="*/ 229872 w 493464"/>
                <a:gd name="connsiteY2" fmla="*/ 517525 h 755650"/>
                <a:gd name="connsiteX3" fmla="*/ 323850 w 493464"/>
                <a:gd name="connsiteY3" fmla="*/ 755650 h 755650"/>
                <a:gd name="connsiteX4" fmla="*/ 323850 w 493464"/>
                <a:gd name="connsiteY4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3464" h="755650">
                  <a:moveTo>
                    <a:pt x="0" y="0"/>
                  </a:moveTo>
                  <a:cubicBezTo>
                    <a:pt x="32706" y="195791"/>
                    <a:pt x="451444" y="8996"/>
                    <a:pt x="489756" y="95250"/>
                  </a:cubicBezTo>
                  <a:cubicBezTo>
                    <a:pt x="528068" y="181504"/>
                    <a:pt x="257523" y="407458"/>
                    <a:pt x="229872" y="517525"/>
                  </a:cubicBezTo>
                  <a:cubicBezTo>
                    <a:pt x="202221" y="627592"/>
                    <a:pt x="323850" y="755650"/>
                    <a:pt x="323850" y="755650"/>
                  </a:cubicBezTo>
                  <a:lnTo>
                    <a:pt x="323850" y="755650"/>
                  </a:lnTo>
                </a:path>
              </a:pathLst>
            </a:custGeom>
            <a:noFill/>
            <a:ln w="6350">
              <a:headEnd type="oval" w="sm" len="sm"/>
              <a:tailEnd type="stealth" w="sm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F9D0027-43C6-6B81-9E10-0118D4D00A8F}"/>
              </a:ext>
            </a:extLst>
          </p:cNvPr>
          <p:cNvSpPr txBox="1"/>
          <p:nvPr/>
        </p:nvSpPr>
        <p:spPr>
          <a:xfrm>
            <a:off x="4535530" y="3320570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t ?</a:t>
            </a:r>
            <a:endParaRPr lang="en-ID" sz="1400">
              <a:latin typeface="Average Sans" panose="02000503040000020003" pitchFamily="2" charset="0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3C284AF-014E-B746-9A10-E20A17FCD817}"/>
              </a:ext>
            </a:extLst>
          </p:cNvPr>
          <p:cNvGrpSpPr/>
          <p:nvPr/>
        </p:nvGrpSpPr>
        <p:grpSpPr>
          <a:xfrm>
            <a:off x="6901694" y="3588466"/>
            <a:ext cx="4081710" cy="2785959"/>
            <a:chOff x="1271141" y="688500"/>
            <a:chExt cx="5278262" cy="2785959"/>
          </a:xfrm>
        </p:grpSpPr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45D64BD-0EAF-71A3-8347-0C983D762448}"/>
                </a:ext>
              </a:extLst>
            </p:cNvPr>
            <p:cNvSpPr/>
            <p:nvPr/>
          </p:nvSpPr>
          <p:spPr>
            <a:xfrm>
              <a:off x="1543430" y="1291620"/>
              <a:ext cx="4793891" cy="1535018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105668 w 2977177"/>
                <a:gd name="connsiteY0" fmla="*/ 995147 h 1052000"/>
                <a:gd name="connsiteX1" fmla="*/ 97914 w 2977177"/>
                <a:gd name="connsiteY1" fmla="*/ 973011 h 1052000"/>
                <a:gd name="connsiteX2" fmla="*/ 1450374 w 2977177"/>
                <a:gd name="connsiteY2" fmla="*/ 64 h 1052000"/>
                <a:gd name="connsiteX3" fmla="*/ 2977177 w 2977177"/>
                <a:gd name="connsiteY3" fmla="*/ 1023348 h 1052000"/>
                <a:gd name="connsiteX0" fmla="*/ 96254 w 2980463"/>
                <a:gd name="connsiteY0" fmla="*/ 1128497 h 1128497"/>
                <a:gd name="connsiteX1" fmla="*/ 101200 w 2980463"/>
                <a:gd name="connsiteY1" fmla="*/ 973011 h 1128497"/>
                <a:gd name="connsiteX2" fmla="*/ 1453660 w 2980463"/>
                <a:gd name="connsiteY2" fmla="*/ 64 h 1128497"/>
                <a:gd name="connsiteX3" fmla="*/ 2980463 w 2980463"/>
                <a:gd name="connsiteY3" fmla="*/ 1023348 h 1128497"/>
                <a:gd name="connsiteX0" fmla="*/ 90934 w 2975143"/>
                <a:gd name="connsiteY0" fmla="*/ 1128499 h 1142598"/>
                <a:gd name="connsiteX1" fmla="*/ 108580 w 2975143"/>
                <a:gd name="connsiteY1" fmla="*/ 1131763 h 1142598"/>
                <a:gd name="connsiteX2" fmla="*/ 95880 w 2975143"/>
                <a:gd name="connsiteY2" fmla="*/ 973013 h 1142598"/>
                <a:gd name="connsiteX3" fmla="*/ 1448340 w 2975143"/>
                <a:gd name="connsiteY3" fmla="*/ 66 h 1142598"/>
                <a:gd name="connsiteX4" fmla="*/ 2975143 w 2975143"/>
                <a:gd name="connsiteY4" fmla="*/ 1023350 h 1142598"/>
                <a:gd name="connsiteX0" fmla="*/ 56311 w 2940520"/>
                <a:gd name="connsiteY0" fmla="*/ 1128499 h 1158521"/>
                <a:gd name="connsiteX1" fmla="*/ 296207 w 2940520"/>
                <a:gd name="connsiteY1" fmla="*/ 1150813 h 1158521"/>
                <a:gd name="connsiteX2" fmla="*/ 61257 w 2940520"/>
                <a:gd name="connsiteY2" fmla="*/ 973013 h 1158521"/>
                <a:gd name="connsiteX3" fmla="*/ 1413717 w 2940520"/>
                <a:gd name="connsiteY3" fmla="*/ 66 h 1158521"/>
                <a:gd name="connsiteX4" fmla="*/ 2940520 w 2940520"/>
                <a:gd name="connsiteY4" fmla="*/ 1023350 h 1158521"/>
                <a:gd name="connsiteX0" fmla="*/ 382405 w 3266614"/>
                <a:gd name="connsiteY0" fmla="*/ 1128499 h 1305529"/>
                <a:gd name="connsiteX1" fmla="*/ 1 w 3266614"/>
                <a:gd name="connsiteY1" fmla="*/ 1303213 h 1305529"/>
                <a:gd name="connsiteX2" fmla="*/ 387351 w 3266614"/>
                <a:gd name="connsiteY2" fmla="*/ 973013 h 1305529"/>
                <a:gd name="connsiteX3" fmla="*/ 1739811 w 3266614"/>
                <a:gd name="connsiteY3" fmla="*/ 66 h 1305529"/>
                <a:gd name="connsiteX4" fmla="*/ 3266614 w 3266614"/>
                <a:gd name="connsiteY4" fmla="*/ 1023350 h 1305529"/>
                <a:gd name="connsiteX0" fmla="*/ 3252605 w 3266614"/>
                <a:gd name="connsiteY0" fmla="*/ 1153899 h 1305835"/>
                <a:gd name="connsiteX1" fmla="*/ 1 w 3266614"/>
                <a:gd name="connsiteY1" fmla="*/ 1303213 h 1305835"/>
                <a:gd name="connsiteX2" fmla="*/ 387351 w 3266614"/>
                <a:gd name="connsiteY2" fmla="*/ 973013 h 1305835"/>
                <a:gd name="connsiteX3" fmla="*/ 1739811 w 3266614"/>
                <a:gd name="connsiteY3" fmla="*/ 66 h 1305835"/>
                <a:gd name="connsiteX4" fmla="*/ 3266614 w 3266614"/>
                <a:gd name="connsiteY4" fmla="*/ 1023350 h 1305835"/>
                <a:gd name="connsiteX0" fmla="*/ 2961134 w 2975143"/>
                <a:gd name="connsiteY0" fmla="*/ 1153899 h 1159241"/>
                <a:gd name="connsiteX1" fmla="*/ 108580 w 2975143"/>
                <a:gd name="connsiteY1" fmla="*/ 1144463 h 1159241"/>
                <a:gd name="connsiteX2" fmla="*/ 95880 w 2975143"/>
                <a:gd name="connsiteY2" fmla="*/ 973013 h 1159241"/>
                <a:gd name="connsiteX3" fmla="*/ 1448340 w 2975143"/>
                <a:gd name="connsiteY3" fmla="*/ 66 h 1159241"/>
                <a:gd name="connsiteX4" fmla="*/ 2975143 w 2975143"/>
                <a:gd name="connsiteY4" fmla="*/ 1023350 h 1159241"/>
                <a:gd name="connsiteX0" fmla="*/ 2961714 w 2975723"/>
                <a:gd name="connsiteY0" fmla="*/ 1153899 h 1159241"/>
                <a:gd name="connsiteX1" fmla="*/ 106779 w 2975723"/>
                <a:gd name="connsiteY1" fmla="*/ 1144463 h 1159241"/>
                <a:gd name="connsiteX2" fmla="*/ 96460 w 2975723"/>
                <a:gd name="connsiteY2" fmla="*/ 973013 h 1159241"/>
                <a:gd name="connsiteX3" fmla="*/ 1448920 w 2975723"/>
                <a:gd name="connsiteY3" fmla="*/ 66 h 1159241"/>
                <a:gd name="connsiteX4" fmla="*/ 2975723 w 2975723"/>
                <a:gd name="connsiteY4" fmla="*/ 1023350 h 1159241"/>
                <a:gd name="connsiteX0" fmla="*/ 2961714 w 2975723"/>
                <a:gd name="connsiteY0" fmla="*/ 1153899 h 1153925"/>
                <a:gd name="connsiteX1" fmla="*/ 106779 w 2975723"/>
                <a:gd name="connsiteY1" fmla="*/ 1144463 h 1153925"/>
                <a:gd name="connsiteX2" fmla="*/ 96460 w 2975723"/>
                <a:gd name="connsiteY2" fmla="*/ 973013 h 1153925"/>
                <a:gd name="connsiteX3" fmla="*/ 1448920 w 2975723"/>
                <a:gd name="connsiteY3" fmla="*/ 66 h 1153925"/>
                <a:gd name="connsiteX4" fmla="*/ 2975723 w 2975723"/>
                <a:gd name="connsiteY4" fmla="*/ 1023350 h 1153925"/>
                <a:gd name="connsiteX0" fmla="*/ 2865254 w 2879263"/>
                <a:gd name="connsiteY0" fmla="*/ 1153899 h 1153925"/>
                <a:gd name="connsiteX1" fmla="*/ 10319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5254 w 2879263"/>
                <a:gd name="connsiteY0" fmla="*/ 1153899 h 1153925"/>
                <a:gd name="connsiteX1" fmla="*/ 3175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16"/>
                <a:gd name="connsiteX1" fmla="*/ 0 w 2883231"/>
                <a:gd name="connsiteY1" fmla="*/ 1139701 h 1153916"/>
                <a:gd name="connsiteX2" fmla="*/ 3968 w 2883231"/>
                <a:gd name="connsiteY2" fmla="*/ 973013 h 1153916"/>
                <a:gd name="connsiteX3" fmla="*/ 1356428 w 2883231"/>
                <a:gd name="connsiteY3" fmla="*/ 66 h 1153916"/>
                <a:gd name="connsiteX4" fmla="*/ 2883231 w 2883231"/>
                <a:gd name="connsiteY4" fmla="*/ 1023350 h 1153916"/>
                <a:gd name="connsiteX0" fmla="*/ 2865254 w 2879263"/>
                <a:gd name="connsiteY0" fmla="*/ 1153899 h 1153916"/>
                <a:gd name="connsiteX1" fmla="*/ 7938 w 2879263"/>
                <a:gd name="connsiteY1" fmla="*/ 1139701 h 1153916"/>
                <a:gd name="connsiteX2" fmla="*/ 0 w 2879263"/>
                <a:gd name="connsiteY2" fmla="*/ 973013 h 1153916"/>
                <a:gd name="connsiteX3" fmla="*/ 1352460 w 2879263"/>
                <a:gd name="connsiteY3" fmla="*/ 66 h 1153916"/>
                <a:gd name="connsiteX4" fmla="*/ 2879263 w 2879263"/>
                <a:gd name="connsiteY4" fmla="*/ 1023350 h 1153916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76366 w 2880850"/>
                <a:gd name="connsiteY0" fmla="*/ 1156280 h 1156292"/>
                <a:gd name="connsiteX1" fmla="*/ 0 w 2880850"/>
                <a:gd name="connsiteY1" fmla="*/ 1137319 h 1156292"/>
                <a:gd name="connsiteX2" fmla="*/ 1587 w 2880850"/>
                <a:gd name="connsiteY2" fmla="*/ 973013 h 1156292"/>
                <a:gd name="connsiteX3" fmla="*/ 1354047 w 2880850"/>
                <a:gd name="connsiteY3" fmla="*/ 66 h 1156292"/>
                <a:gd name="connsiteX4" fmla="*/ 2880850 w 2880850"/>
                <a:gd name="connsiteY4" fmla="*/ 1023350 h 1156292"/>
                <a:gd name="connsiteX5" fmla="*/ 2876366 w 2880850"/>
                <a:gd name="connsiteY5" fmla="*/ 1156280 h 1156292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81128 w 2881130"/>
                <a:gd name="connsiteY0" fmla="*/ 1156280 h 1156292"/>
                <a:gd name="connsiteX1" fmla="*/ 0 w 2881130"/>
                <a:gd name="connsiteY1" fmla="*/ 1137319 h 1156292"/>
                <a:gd name="connsiteX2" fmla="*/ 1587 w 2881130"/>
                <a:gd name="connsiteY2" fmla="*/ 973013 h 1156292"/>
                <a:gd name="connsiteX3" fmla="*/ 1354047 w 2881130"/>
                <a:gd name="connsiteY3" fmla="*/ 66 h 1156292"/>
                <a:gd name="connsiteX4" fmla="*/ 2880850 w 2881130"/>
                <a:gd name="connsiteY4" fmla="*/ 1023350 h 1156292"/>
                <a:gd name="connsiteX5" fmla="*/ 2881128 w 2881130"/>
                <a:gd name="connsiteY5" fmla="*/ 1156280 h 1156292"/>
                <a:gd name="connsiteX0" fmla="*/ 2884304 w 2884306"/>
                <a:gd name="connsiteY0" fmla="*/ 1156224 h 1156236"/>
                <a:gd name="connsiteX1" fmla="*/ 3176 w 2884306"/>
                <a:gd name="connsiteY1" fmla="*/ 1137263 h 1156236"/>
                <a:gd name="connsiteX2" fmla="*/ 0 w 2884306"/>
                <a:gd name="connsiteY2" fmla="*/ 1003914 h 1156236"/>
                <a:gd name="connsiteX3" fmla="*/ 1357223 w 2884306"/>
                <a:gd name="connsiteY3" fmla="*/ 10 h 1156236"/>
                <a:gd name="connsiteX4" fmla="*/ 2884026 w 2884306"/>
                <a:gd name="connsiteY4" fmla="*/ 1023294 h 1156236"/>
                <a:gd name="connsiteX5" fmla="*/ 2884304 w 2884306"/>
                <a:gd name="connsiteY5" fmla="*/ 1156224 h 1156236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93423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79086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6886 w 3026888"/>
                <a:gd name="connsiteY0" fmla="*/ 1156222 h 1156285"/>
                <a:gd name="connsiteX1" fmla="*/ 0 w 3026888"/>
                <a:gd name="connsiteY1" fmla="*/ 1151598 h 1156285"/>
                <a:gd name="connsiteX2" fmla="*/ 6382 w 3026888"/>
                <a:gd name="connsiteY2" fmla="*/ 1039754 h 1156285"/>
                <a:gd name="connsiteX3" fmla="*/ 1485468 w 3026888"/>
                <a:gd name="connsiteY3" fmla="*/ 8 h 1156285"/>
                <a:gd name="connsiteX4" fmla="*/ 3021829 w 3026888"/>
                <a:gd name="connsiteY4" fmla="*/ 1056744 h 1156285"/>
                <a:gd name="connsiteX5" fmla="*/ 3026886 w 3026888"/>
                <a:gd name="connsiteY5" fmla="*/ 1156222 h 1156285"/>
                <a:gd name="connsiteX0" fmla="*/ 3049178 w 3049180"/>
                <a:gd name="connsiteY0" fmla="*/ 1156222 h 1156285"/>
                <a:gd name="connsiteX1" fmla="*/ 22292 w 3049180"/>
                <a:gd name="connsiteY1" fmla="*/ 1151598 h 1156285"/>
                <a:gd name="connsiteX2" fmla="*/ 0 w 3049180"/>
                <a:gd name="connsiteY2" fmla="*/ 1049312 h 1156285"/>
                <a:gd name="connsiteX3" fmla="*/ 1507760 w 3049180"/>
                <a:gd name="connsiteY3" fmla="*/ 8 h 1156285"/>
                <a:gd name="connsiteX4" fmla="*/ 3044121 w 3049180"/>
                <a:gd name="connsiteY4" fmla="*/ 1056744 h 1156285"/>
                <a:gd name="connsiteX5" fmla="*/ 3049178 w 3049180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3045724 w 3050783"/>
                <a:gd name="connsiteY4" fmla="*/ 1056744 h 1156285"/>
                <a:gd name="connsiteX5" fmla="*/ 3050781 w 3050783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2981208 w 3050783"/>
                <a:gd name="connsiteY4" fmla="*/ 1042407 h 1156285"/>
                <a:gd name="connsiteX5" fmla="*/ 3050781 w 3050783"/>
                <a:gd name="connsiteY5" fmla="*/ 1156222 h 1156285"/>
                <a:gd name="connsiteX0" fmla="*/ 2993433 w 2993435"/>
                <a:gd name="connsiteY0" fmla="*/ 1170559 h 1170571"/>
                <a:gd name="connsiteX1" fmla="*/ 0 w 2993435"/>
                <a:gd name="connsiteY1" fmla="*/ 1151598 h 1170571"/>
                <a:gd name="connsiteX2" fmla="*/ 1603 w 2993435"/>
                <a:gd name="connsiteY2" fmla="*/ 1049312 h 1170571"/>
                <a:gd name="connsiteX3" fmla="*/ 1509363 w 2993435"/>
                <a:gd name="connsiteY3" fmla="*/ 8 h 1170571"/>
                <a:gd name="connsiteX4" fmla="*/ 2981208 w 2993435"/>
                <a:gd name="connsiteY4" fmla="*/ 1042407 h 1170571"/>
                <a:gd name="connsiteX5" fmla="*/ 2993433 w 2993435"/>
                <a:gd name="connsiteY5" fmla="*/ 1170559 h 117057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  <a:gd name="connsiteX0" fmla="*/ 2989848 w 2989850"/>
                <a:gd name="connsiteY0" fmla="*/ 1163406 h 1163426"/>
                <a:gd name="connsiteX1" fmla="*/ 0 w 2989850"/>
                <a:gd name="connsiteY1" fmla="*/ 1151613 h 1163426"/>
                <a:gd name="connsiteX2" fmla="*/ 1603 w 2989850"/>
                <a:gd name="connsiteY2" fmla="*/ 1049327 h 1163426"/>
                <a:gd name="connsiteX3" fmla="*/ 1509363 w 2989850"/>
                <a:gd name="connsiteY3" fmla="*/ 23 h 1163426"/>
                <a:gd name="connsiteX4" fmla="*/ 2981208 w 2989850"/>
                <a:gd name="connsiteY4" fmla="*/ 1042422 h 1163426"/>
                <a:gd name="connsiteX5" fmla="*/ 2989848 w 2989850"/>
                <a:gd name="connsiteY5" fmla="*/ 1163406 h 1163426"/>
                <a:gd name="connsiteX0" fmla="*/ 2989848 w 2989850"/>
                <a:gd name="connsiteY0" fmla="*/ 1163384 h 1163404"/>
                <a:gd name="connsiteX1" fmla="*/ 0 w 2989850"/>
                <a:gd name="connsiteY1" fmla="*/ 1151591 h 1163404"/>
                <a:gd name="connsiteX2" fmla="*/ 1603 w 2989850"/>
                <a:gd name="connsiteY2" fmla="*/ 1049305 h 1163404"/>
                <a:gd name="connsiteX3" fmla="*/ 1509363 w 2989850"/>
                <a:gd name="connsiteY3" fmla="*/ 1 h 1163404"/>
                <a:gd name="connsiteX4" fmla="*/ 2981208 w 2989850"/>
                <a:gd name="connsiteY4" fmla="*/ 1042400 h 1163404"/>
                <a:gd name="connsiteX5" fmla="*/ 2989848 w 2989850"/>
                <a:gd name="connsiteY5" fmla="*/ 1163384 h 1163404"/>
                <a:gd name="connsiteX0" fmla="*/ 2989848 w 2989850"/>
                <a:gd name="connsiteY0" fmla="*/ 1163384 h 1163404"/>
                <a:gd name="connsiteX1" fmla="*/ 0 w 2989850"/>
                <a:gd name="connsiteY1" fmla="*/ 1151591 h 1163404"/>
                <a:gd name="connsiteX2" fmla="*/ 1603 w 2989850"/>
                <a:gd name="connsiteY2" fmla="*/ 1049305 h 1163404"/>
                <a:gd name="connsiteX3" fmla="*/ 1490823 w 2989850"/>
                <a:gd name="connsiteY3" fmla="*/ 1 h 1163404"/>
                <a:gd name="connsiteX4" fmla="*/ 2981208 w 2989850"/>
                <a:gd name="connsiteY4" fmla="*/ 1042400 h 1163404"/>
                <a:gd name="connsiteX5" fmla="*/ 2989848 w 2989850"/>
                <a:gd name="connsiteY5" fmla="*/ 1163384 h 1163404"/>
                <a:gd name="connsiteX0" fmla="*/ 2989848 w 2989850"/>
                <a:gd name="connsiteY0" fmla="*/ 1163384 h 1163404"/>
                <a:gd name="connsiteX1" fmla="*/ 0 w 2989850"/>
                <a:gd name="connsiteY1" fmla="*/ 1151591 h 1163404"/>
                <a:gd name="connsiteX2" fmla="*/ 1603 w 2989850"/>
                <a:gd name="connsiteY2" fmla="*/ 1049305 h 1163404"/>
                <a:gd name="connsiteX3" fmla="*/ 1490823 w 2989850"/>
                <a:gd name="connsiteY3" fmla="*/ 1 h 1163404"/>
                <a:gd name="connsiteX4" fmla="*/ 2981208 w 2989850"/>
                <a:gd name="connsiteY4" fmla="*/ 1042400 h 1163404"/>
                <a:gd name="connsiteX5" fmla="*/ 2989848 w 2989850"/>
                <a:gd name="connsiteY5" fmla="*/ 1163384 h 1163404"/>
                <a:gd name="connsiteX0" fmla="*/ 3260161 w 3260163"/>
                <a:gd name="connsiteY0" fmla="*/ 1163384 h 1163404"/>
                <a:gd name="connsiteX1" fmla="*/ 270313 w 3260163"/>
                <a:gd name="connsiteY1" fmla="*/ 1151591 h 1163404"/>
                <a:gd name="connsiteX2" fmla="*/ 0 w 3260163"/>
                <a:gd name="connsiteY2" fmla="*/ 1049305 h 1163404"/>
                <a:gd name="connsiteX3" fmla="*/ 1761136 w 3260163"/>
                <a:gd name="connsiteY3" fmla="*/ 1 h 1163404"/>
                <a:gd name="connsiteX4" fmla="*/ 3251521 w 3260163"/>
                <a:gd name="connsiteY4" fmla="*/ 1042400 h 1163404"/>
                <a:gd name="connsiteX5" fmla="*/ 3260161 w 3260163"/>
                <a:gd name="connsiteY5" fmla="*/ 1163384 h 1163404"/>
                <a:gd name="connsiteX0" fmla="*/ 3260161 w 3260163"/>
                <a:gd name="connsiteY0" fmla="*/ 1163384 h 1163404"/>
                <a:gd name="connsiteX1" fmla="*/ 270313 w 3260163"/>
                <a:gd name="connsiteY1" fmla="*/ 1151591 h 1163404"/>
                <a:gd name="connsiteX2" fmla="*/ 0 w 3260163"/>
                <a:gd name="connsiteY2" fmla="*/ 1049305 h 1163404"/>
                <a:gd name="connsiteX3" fmla="*/ 1761136 w 3260163"/>
                <a:gd name="connsiteY3" fmla="*/ 1 h 1163404"/>
                <a:gd name="connsiteX4" fmla="*/ 3251521 w 3260163"/>
                <a:gd name="connsiteY4" fmla="*/ 1042400 h 1163404"/>
                <a:gd name="connsiteX5" fmla="*/ 3260161 w 3260163"/>
                <a:gd name="connsiteY5" fmla="*/ 1163384 h 1163404"/>
                <a:gd name="connsiteX0" fmla="*/ 3260161 w 3560516"/>
                <a:gd name="connsiteY0" fmla="*/ 1163402 h 1163422"/>
                <a:gd name="connsiteX1" fmla="*/ 270313 w 3560516"/>
                <a:gd name="connsiteY1" fmla="*/ 1151609 h 1163422"/>
                <a:gd name="connsiteX2" fmla="*/ 0 w 3560516"/>
                <a:gd name="connsiteY2" fmla="*/ 1049323 h 1163422"/>
                <a:gd name="connsiteX3" fmla="*/ 1761136 w 3560516"/>
                <a:gd name="connsiteY3" fmla="*/ 19 h 1163422"/>
                <a:gd name="connsiteX4" fmla="*/ 3560516 w 3560516"/>
                <a:gd name="connsiteY4" fmla="*/ 1080650 h 1163422"/>
                <a:gd name="connsiteX5" fmla="*/ 3260161 w 3560516"/>
                <a:gd name="connsiteY5" fmla="*/ 1163402 h 1163422"/>
                <a:gd name="connsiteX0" fmla="*/ 3260161 w 3579056"/>
                <a:gd name="connsiteY0" fmla="*/ 1163386 h 1163406"/>
                <a:gd name="connsiteX1" fmla="*/ 270313 w 3579056"/>
                <a:gd name="connsiteY1" fmla="*/ 1151593 h 1163406"/>
                <a:gd name="connsiteX2" fmla="*/ 0 w 3579056"/>
                <a:gd name="connsiteY2" fmla="*/ 1049307 h 1163406"/>
                <a:gd name="connsiteX3" fmla="*/ 1761136 w 3579056"/>
                <a:gd name="connsiteY3" fmla="*/ 3 h 1163406"/>
                <a:gd name="connsiteX4" fmla="*/ 3579056 w 3579056"/>
                <a:gd name="connsiteY4" fmla="*/ 1061518 h 1163406"/>
                <a:gd name="connsiteX5" fmla="*/ 3260161 w 3579056"/>
                <a:gd name="connsiteY5" fmla="*/ 1163386 h 1163406"/>
                <a:gd name="connsiteX0" fmla="*/ 3260161 w 3579056"/>
                <a:gd name="connsiteY0" fmla="*/ 1163386 h 1163406"/>
                <a:gd name="connsiteX1" fmla="*/ 270313 w 3579056"/>
                <a:gd name="connsiteY1" fmla="*/ 1151593 h 1163406"/>
                <a:gd name="connsiteX2" fmla="*/ 0 w 3579056"/>
                <a:gd name="connsiteY2" fmla="*/ 1049307 h 1163406"/>
                <a:gd name="connsiteX3" fmla="*/ 1761136 w 3579056"/>
                <a:gd name="connsiteY3" fmla="*/ 3 h 1163406"/>
                <a:gd name="connsiteX4" fmla="*/ 3579056 w 3579056"/>
                <a:gd name="connsiteY4" fmla="*/ 1061518 h 1163406"/>
                <a:gd name="connsiteX5" fmla="*/ 3260161 w 3579056"/>
                <a:gd name="connsiteY5" fmla="*/ 1163386 h 1163406"/>
                <a:gd name="connsiteX0" fmla="*/ 3260161 w 3579056"/>
                <a:gd name="connsiteY0" fmla="*/ 1163385 h 1163405"/>
                <a:gd name="connsiteX1" fmla="*/ 270313 w 3579056"/>
                <a:gd name="connsiteY1" fmla="*/ 1151592 h 1163405"/>
                <a:gd name="connsiteX2" fmla="*/ 0 w 3579056"/>
                <a:gd name="connsiteY2" fmla="*/ 1049306 h 1163405"/>
                <a:gd name="connsiteX3" fmla="*/ 1761136 w 3579056"/>
                <a:gd name="connsiteY3" fmla="*/ 2 h 1163405"/>
                <a:gd name="connsiteX4" fmla="*/ 3579056 w 3579056"/>
                <a:gd name="connsiteY4" fmla="*/ 1061517 h 1163405"/>
                <a:gd name="connsiteX5" fmla="*/ 3260161 w 3579056"/>
                <a:gd name="connsiteY5" fmla="*/ 1163385 h 1163405"/>
                <a:gd name="connsiteX0" fmla="*/ 3260161 w 3579056"/>
                <a:gd name="connsiteY0" fmla="*/ 1163385 h 1163405"/>
                <a:gd name="connsiteX1" fmla="*/ 270313 w 3579056"/>
                <a:gd name="connsiteY1" fmla="*/ 1151592 h 1163405"/>
                <a:gd name="connsiteX2" fmla="*/ 0 w 3579056"/>
                <a:gd name="connsiteY2" fmla="*/ 1049306 h 1163405"/>
                <a:gd name="connsiteX3" fmla="*/ 1761136 w 3579056"/>
                <a:gd name="connsiteY3" fmla="*/ 2 h 1163405"/>
                <a:gd name="connsiteX4" fmla="*/ 3579056 w 3579056"/>
                <a:gd name="connsiteY4" fmla="*/ 1061517 h 1163405"/>
                <a:gd name="connsiteX5" fmla="*/ 3260161 w 3579056"/>
                <a:gd name="connsiteY5" fmla="*/ 1163385 h 1163405"/>
                <a:gd name="connsiteX0" fmla="*/ 3260161 w 3579056"/>
                <a:gd name="connsiteY0" fmla="*/ 1163385 h 1163405"/>
                <a:gd name="connsiteX1" fmla="*/ 270313 w 3579056"/>
                <a:gd name="connsiteY1" fmla="*/ 1151592 h 1163405"/>
                <a:gd name="connsiteX2" fmla="*/ 0 w 3579056"/>
                <a:gd name="connsiteY2" fmla="*/ 1049306 h 1163405"/>
                <a:gd name="connsiteX3" fmla="*/ 1761136 w 3579056"/>
                <a:gd name="connsiteY3" fmla="*/ 2 h 1163405"/>
                <a:gd name="connsiteX4" fmla="*/ 3579056 w 3579056"/>
                <a:gd name="connsiteY4" fmla="*/ 1061517 h 1163405"/>
                <a:gd name="connsiteX5" fmla="*/ 3260161 w 3579056"/>
                <a:gd name="connsiteY5" fmla="*/ 1163385 h 1163405"/>
                <a:gd name="connsiteX0" fmla="*/ 3260161 w 3579056"/>
                <a:gd name="connsiteY0" fmla="*/ 1163385 h 1163405"/>
                <a:gd name="connsiteX1" fmla="*/ 270313 w 3579056"/>
                <a:gd name="connsiteY1" fmla="*/ 1151592 h 1163405"/>
                <a:gd name="connsiteX2" fmla="*/ 0 w 3579056"/>
                <a:gd name="connsiteY2" fmla="*/ 1049306 h 1163405"/>
                <a:gd name="connsiteX3" fmla="*/ 1792035 w 3579056"/>
                <a:gd name="connsiteY3" fmla="*/ 2 h 1163405"/>
                <a:gd name="connsiteX4" fmla="*/ 3579056 w 3579056"/>
                <a:gd name="connsiteY4" fmla="*/ 1061517 h 1163405"/>
                <a:gd name="connsiteX5" fmla="*/ 3260161 w 3579056"/>
                <a:gd name="connsiteY5" fmla="*/ 1163385 h 1163405"/>
                <a:gd name="connsiteX0" fmla="*/ 3260161 w 3579056"/>
                <a:gd name="connsiteY0" fmla="*/ 1163563 h 1163583"/>
                <a:gd name="connsiteX1" fmla="*/ 270313 w 3579056"/>
                <a:gd name="connsiteY1" fmla="*/ 1151770 h 1163583"/>
                <a:gd name="connsiteX2" fmla="*/ 0 w 3579056"/>
                <a:gd name="connsiteY2" fmla="*/ 1049484 h 1163583"/>
                <a:gd name="connsiteX3" fmla="*/ 1792035 w 3579056"/>
                <a:gd name="connsiteY3" fmla="*/ 180 h 1163583"/>
                <a:gd name="connsiteX4" fmla="*/ 3579056 w 3579056"/>
                <a:gd name="connsiteY4" fmla="*/ 1061695 h 1163583"/>
                <a:gd name="connsiteX5" fmla="*/ 3260161 w 3579056"/>
                <a:gd name="connsiteY5" fmla="*/ 1163563 h 1163583"/>
                <a:gd name="connsiteX0" fmla="*/ 3260161 w 3579056"/>
                <a:gd name="connsiteY0" fmla="*/ 1163563 h 1163583"/>
                <a:gd name="connsiteX1" fmla="*/ 270313 w 3579056"/>
                <a:gd name="connsiteY1" fmla="*/ 1151770 h 1163583"/>
                <a:gd name="connsiteX2" fmla="*/ 0 w 3579056"/>
                <a:gd name="connsiteY2" fmla="*/ 1049484 h 1163583"/>
                <a:gd name="connsiteX3" fmla="*/ 1792035 w 3579056"/>
                <a:gd name="connsiteY3" fmla="*/ 180 h 1163583"/>
                <a:gd name="connsiteX4" fmla="*/ 3579056 w 3579056"/>
                <a:gd name="connsiteY4" fmla="*/ 1061695 h 1163583"/>
                <a:gd name="connsiteX5" fmla="*/ 3260161 w 3579056"/>
                <a:gd name="connsiteY5" fmla="*/ 1163563 h 1163583"/>
                <a:gd name="connsiteX0" fmla="*/ 3600056 w 3600058"/>
                <a:gd name="connsiteY0" fmla="*/ 1158784 h 1158821"/>
                <a:gd name="connsiteX1" fmla="*/ 270313 w 3600058"/>
                <a:gd name="connsiteY1" fmla="*/ 1151770 h 1158821"/>
                <a:gd name="connsiteX2" fmla="*/ 0 w 3600058"/>
                <a:gd name="connsiteY2" fmla="*/ 1049484 h 1158821"/>
                <a:gd name="connsiteX3" fmla="*/ 1792035 w 3600058"/>
                <a:gd name="connsiteY3" fmla="*/ 180 h 1158821"/>
                <a:gd name="connsiteX4" fmla="*/ 3579056 w 3600058"/>
                <a:gd name="connsiteY4" fmla="*/ 1061695 h 1158821"/>
                <a:gd name="connsiteX5" fmla="*/ 3600056 w 3600058"/>
                <a:gd name="connsiteY5" fmla="*/ 1158784 h 1158821"/>
                <a:gd name="connsiteX0" fmla="*/ 3587696 w 3587698"/>
                <a:gd name="connsiteY0" fmla="*/ 1158784 h 1158821"/>
                <a:gd name="connsiteX1" fmla="*/ 270313 w 3587698"/>
                <a:gd name="connsiteY1" fmla="*/ 1151770 h 1158821"/>
                <a:gd name="connsiteX2" fmla="*/ 0 w 3587698"/>
                <a:gd name="connsiteY2" fmla="*/ 1049484 h 1158821"/>
                <a:gd name="connsiteX3" fmla="*/ 1792035 w 3587698"/>
                <a:gd name="connsiteY3" fmla="*/ 180 h 1158821"/>
                <a:gd name="connsiteX4" fmla="*/ 3579056 w 3587698"/>
                <a:gd name="connsiteY4" fmla="*/ 1061695 h 1158821"/>
                <a:gd name="connsiteX5" fmla="*/ 3587696 w 3587698"/>
                <a:gd name="connsiteY5" fmla="*/ 1158784 h 1158821"/>
                <a:gd name="connsiteX0" fmla="*/ 3607839 w 3607840"/>
                <a:gd name="connsiteY0" fmla="*/ 1158784 h 1158963"/>
                <a:gd name="connsiteX1" fmla="*/ 0 w 3607840"/>
                <a:gd name="connsiteY1" fmla="*/ 1156549 h 1158963"/>
                <a:gd name="connsiteX2" fmla="*/ 20143 w 3607840"/>
                <a:gd name="connsiteY2" fmla="*/ 1049484 h 1158963"/>
                <a:gd name="connsiteX3" fmla="*/ 1812178 w 3607840"/>
                <a:gd name="connsiteY3" fmla="*/ 180 h 1158963"/>
                <a:gd name="connsiteX4" fmla="*/ 3599199 w 3607840"/>
                <a:gd name="connsiteY4" fmla="*/ 1061695 h 1158963"/>
                <a:gd name="connsiteX5" fmla="*/ 3607839 w 3607840"/>
                <a:gd name="connsiteY5" fmla="*/ 1158784 h 1158963"/>
                <a:gd name="connsiteX0" fmla="*/ 3607839 w 3607840"/>
                <a:gd name="connsiteY0" fmla="*/ 1158784 h 1158963"/>
                <a:gd name="connsiteX1" fmla="*/ 0 w 3607840"/>
                <a:gd name="connsiteY1" fmla="*/ 1156549 h 1158963"/>
                <a:gd name="connsiteX2" fmla="*/ 20143 w 3607840"/>
                <a:gd name="connsiteY2" fmla="*/ 1049484 h 1158963"/>
                <a:gd name="connsiteX3" fmla="*/ 1812178 w 3607840"/>
                <a:gd name="connsiteY3" fmla="*/ 180 h 1158963"/>
                <a:gd name="connsiteX4" fmla="*/ 3599199 w 3607840"/>
                <a:gd name="connsiteY4" fmla="*/ 1061695 h 1158963"/>
                <a:gd name="connsiteX5" fmla="*/ 3607839 w 3607840"/>
                <a:gd name="connsiteY5" fmla="*/ 1158784 h 1158963"/>
                <a:gd name="connsiteX0" fmla="*/ 3607839 w 3607840"/>
                <a:gd name="connsiteY0" fmla="*/ 1155201 h 1155380"/>
                <a:gd name="connsiteX1" fmla="*/ 0 w 3607840"/>
                <a:gd name="connsiteY1" fmla="*/ 1152966 h 1155380"/>
                <a:gd name="connsiteX2" fmla="*/ 20143 w 3607840"/>
                <a:gd name="connsiteY2" fmla="*/ 1045901 h 1155380"/>
                <a:gd name="connsiteX3" fmla="*/ 1802908 w 3607840"/>
                <a:gd name="connsiteY3" fmla="*/ 181 h 1155380"/>
                <a:gd name="connsiteX4" fmla="*/ 3599199 w 3607840"/>
                <a:gd name="connsiteY4" fmla="*/ 1058112 h 1155380"/>
                <a:gd name="connsiteX5" fmla="*/ 3607839 w 3607840"/>
                <a:gd name="connsiteY5" fmla="*/ 1155201 h 1155380"/>
                <a:gd name="connsiteX0" fmla="*/ 3607839 w 3607840"/>
                <a:gd name="connsiteY0" fmla="*/ 1155964 h 1156143"/>
                <a:gd name="connsiteX1" fmla="*/ 0 w 3607840"/>
                <a:gd name="connsiteY1" fmla="*/ 1153729 h 1156143"/>
                <a:gd name="connsiteX2" fmla="*/ 20143 w 3607840"/>
                <a:gd name="connsiteY2" fmla="*/ 1046664 h 1156143"/>
                <a:gd name="connsiteX3" fmla="*/ 1802908 w 3607840"/>
                <a:gd name="connsiteY3" fmla="*/ 944 h 1156143"/>
                <a:gd name="connsiteX4" fmla="*/ 3599199 w 3607840"/>
                <a:gd name="connsiteY4" fmla="*/ 1058875 h 1156143"/>
                <a:gd name="connsiteX5" fmla="*/ 3607839 w 3607840"/>
                <a:gd name="connsiteY5" fmla="*/ 1155964 h 1156143"/>
                <a:gd name="connsiteX0" fmla="*/ 3607839 w 3607840"/>
                <a:gd name="connsiteY0" fmla="*/ 1155066 h 1155245"/>
                <a:gd name="connsiteX1" fmla="*/ 0 w 3607840"/>
                <a:gd name="connsiteY1" fmla="*/ 1152831 h 1155245"/>
                <a:gd name="connsiteX2" fmla="*/ 20143 w 3607840"/>
                <a:gd name="connsiteY2" fmla="*/ 1045766 h 1155245"/>
                <a:gd name="connsiteX3" fmla="*/ 1802908 w 3607840"/>
                <a:gd name="connsiteY3" fmla="*/ 46 h 1155245"/>
                <a:gd name="connsiteX4" fmla="*/ 3599199 w 3607840"/>
                <a:gd name="connsiteY4" fmla="*/ 1057977 h 1155245"/>
                <a:gd name="connsiteX5" fmla="*/ 3607839 w 3607840"/>
                <a:gd name="connsiteY5" fmla="*/ 1155066 h 1155245"/>
                <a:gd name="connsiteX0" fmla="*/ 3607839 w 3607840"/>
                <a:gd name="connsiteY0" fmla="*/ 1155116 h 1155295"/>
                <a:gd name="connsiteX1" fmla="*/ 0 w 3607840"/>
                <a:gd name="connsiteY1" fmla="*/ 1152881 h 1155295"/>
                <a:gd name="connsiteX2" fmla="*/ 20143 w 3607840"/>
                <a:gd name="connsiteY2" fmla="*/ 1045816 h 1155295"/>
                <a:gd name="connsiteX3" fmla="*/ 1802908 w 3607840"/>
                <a:gd name="connsiteY3" fmla="*/ 96 h 1155295"/>
                <a:gd name="connsiteX4" fmla="*/ 3599199 w 3607840"/>
                <a:gd name="connsiteY4" fmla="*/ 1058027 h 1155295"/>
                <a:gd name="connsiteX5" fmla="*/ 3607839 w 3607840"/>
                <a:gd name="connsiteY5" fmla="*/ 1155116 h 1155295"/>
                <a:gd name="connsiteX0" fmla="*/ 3607839 w 3607840"/>
                <a:gd name="connsiteY0" fmla="*/ 1155060 h 1155239"/>
                <a:gd name="connsiteX1" fmla="*/ 0 w 3607840"/>
                <a:gd name="connsiteY1" fmla="*/ 1152825 h 1155239"/>
                <a:gd name="connsiteX2" fmla="*/ 20143 w 3607840"/>
                <a:gd name="connsiteY2" fmla="*/ 1045760 h 1155239"/>
                <a:gd name="connsiteX3" fmla="*/ 1802908 w 3607840"/>
                <a:gd name="connsiteY3" fmla="*/ 40 h 1155239"/>
                <a:gd name="connsiteX4" fmla="*/ 3599199 w 3607840"/>
                <a:gd name="connsiteY4" fmla="*/ 1057971 h 1155239"/>
                <a:gd name="connsiteX5" fmla="*/ 3607839 w 3607840"/>
                <a:gd name="connsiteY5" fmla="*/ 1155060 h 115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7840" h="1155239">
                  <a:moveTo>
                    <a:pt x="3607839" y="1155060"/>
                  </a:moveTo>
                  <a:cubicBezTo>
                    <a:pt x="3610780" y="1155604"/>
                    <a:pt x="332551" y="1154927"/>
                    <a:pt x="0" y="1152825"/>
                  </a:cubicBezTo>
                  <a:cubicBezTo>
                    <a:pt x="824" y="1126911"/>
                    <a:pt x="20688" y="1122458"/>
                    <a:pt x="20143" y="1045760"/>
                  </a:cubicBezTo>
                  <a:cubicBezTo>
                    <a:pt x="1095908" y="997433"/>
                    <a:pt x="1339806" y="-7224"/>
                    <a:pt x="1802908" y="40"/>
                  </a:cubicBezTo>
                  <a:cubicBezTo>
                    <a:pt x="2277498" y="7484"/>
                    <a:pt x="2587340" y="1044932"/>
                    <a:pt x="3599199" y="1057971"/>
                  </a:cubicBezTo>
                  <a:cubicBezTo>
                    <a:pt x="3599292" y="1102281"/>
                    <a:pt x="3607746" y="1110750"/>
                    <a:pt x="3607839" y="115506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latin typeface="Average Sans" panose="02000503040000020003" pitchFamily="2" charset="0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EE6017C-7E22-D4C2-6BA6-83C92CA93D27}"/>
                </a:ext>
              </a:extLst>
            </p:cNvPr>
            <p:cNvSpPr/>
            <p:nvPr/>
          </p:nvSpPr>
          <p:spPr>
            <a:xfrm>
              <a:off x="1331349" y="2635648"/>
              <a:ext cx="567666" cy="1983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146" h="198310">
                  <a:moveTo>
                    <a:pt x="221146" y="0"/>
                  </a:moveTo>
                  <a:lnTo>
                    <a:pt x="221146" y="198310"/>
                  </a:lnTo>
                  <a:lnTo>
                    <a:pt x="122108" y="198005"/>
                  </a:lnTo>
                  <a:lnTo>
                    <a:pt x="4220" y="197468"/>
                  </a:lnTo>
                  <a:cubicBezTo>
                    <a:pt x="5315" y="163035"/>
                    <a:pt x="724" y="184105"/>
                    <a:pt x="0" y="82193"/>
                  </a:cubicBezTo>
                  <a:cubicBezTo>
                    <a:pt x="41096" y="82545"/>
                    <a:pt x="82237" y="58390"/>
                    <a:pt x="123413" y="48509"/>
                  </a:cubicBezTo>
                  <a:lnTo>
                    <a:pt x="221146" y="0"/>
                  </a:ln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B55DDF1-1D91-25E3-29C9-8C805DD0672D}"/>
                </a:ext>
              </a:extLst>
            </p:cNvPr>
            <p:cNvSpPr/>
            <p:nvPr/>
          </p:nvSpPr>
          <p:spPr>
            <a:xfrm flipH="1">
              <a:off x="5954069" y="2642793"/>
              <a:ext cx="595329" cy="1983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146" h="198310">
                  <a:moveTo>
                    <a:pt x="221146" y="0"/>
                  </a:moveTo>
                  <a:lnTo>
                    <a:pt x="221146" y="198310"/>
                  </a:lnTo>
                  <a:lnTo>
                    <a:pt x="122108" y="198005"/>
                  </a:lnTo>
                  <a:lnTo>
                    <a:pt x="4220" y="197468"/>
                  </a:lnTo>
                  <a:cubicBezTo>
                    <a:pt x="5315" y="163035"/>
                    <a:pt x="724" y="184105"/>
                    <a:pt x="0" y="82193"/>
                  </a:cubicBezTo>
                  <a:cubicBezTo>
                    <a:pt x="41096" y="82545"/>
                    <a:pt x="82237" y="58390"/>
                    <a:pt x="123413" y="48509"/>
                  </a:cubicBezTo>
                  <a:lnTo>
                    <a:pt x="221146" y="0"/>
                  </a:ln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FDC7850-917C-3FAE-F998-C385D56B4FBF}"/>
                </a:ext>
              </a:extLst>
            </p:cNvPr>
            <p:cNvSpPr/>
            <p:nvPr/>
          </p:nvSpPr>
          <p:spPr>
            <a:xfrm>
              <a:off x="1271141" y="1286845"/>
              <a:ext cx="5278262" cy="1426987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72370"/>
                <a:gd name="connsiteY0" fmla="*/ 1074001 h 1074001"/>
                <a:gd name="connsiteX1" fmla="*/ 2009740 w 3972370"/>
                <a:gd name="connsiteY1" fmla="*/ 65 h 1074001"/>
                <a:gd name="connsiteX2" fmla="*/ 3972370 w 3972370"/>
                <a:gd name="connsiteY2" fmla="*/ 1068749 h 1074001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72370" h="1073937">
                  <a:moveTo>
                    <a:pt x="0" y="1073937"/>
                  </a:moveTo>
                  <a:cubicBezTo>
                    <a:pt x="1383848" y="1031675"/>
                    <a:pt x="1490997" y="-103"/>
                    <a:pt x="2009740" y="1"/>
                  </a:cubicBezTo>
                  <a:cubicBezTo>
                    <a:pt x="2528483" y="105"/>
                    <a:pt x="2627662" y="1052060"/>
                    <a:pt x="3972370" y="1068685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102" name="Straight Connector 4">
              <a:extLst>
                <a:ext uri="{FF2B5EF4-FFF2-40B4-BE49-F238E27FC236}">
                  <a16:creationId xmlns:a16="http://schemas.microsoft.com/office/drawing/2014/main" id="{77CE9DA1-D387-C675-62AF-6029383DD3AF}"/>
                </a:ext>
              </a:extLst>
            </p:cNvPr>
            <p:cNvCxnSpPr>
              <a:cxnSpLocks/>
            </p:cNvCxnSpPr>
            <p:nvPr/>
          </p:nvCxnSpPr>
          <p:spPr>
            <a:xfrm>
              <a:off x="1299617" y="2826637"/>
              <a:ext cx="5203813" cy="12700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DCA9050-37D3-2FD2-EDB9-EB0481B7864D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8D7960E-231A-A5EE-DC65-D5EABDC7BA72}"/>
                </a:ext>
              </a:extLst>
            </p:cNvPr>
            <p:cNvCxnSpPr/>
            <p:nvPr/>
          </p:nvCxnSpPr>
          <p:spPr>
            <a:xfrm flipV="1">
              <a:off x="2142040" y="688500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21877BF-36C7-EDE0-32E2-3475147BBD08}"/>
                </a:ext>
              </a:extLst>
            </p:cNvPr>
            <p:cNvCxnSpPr/>
            <p:nvPr/>
          </p:nvCxnSpPr>
          <p:spPr>
            <a:xfrm flipV="1">
              <a:off x="5721705" y="688500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B67D5659-FA43-8358-832A-FF92EFF6CB88}"/>
                </a:ext>
              </a:extLst>
            </p:cNvPr>
            <p:cNvCxnSpPr>
              <a:cxnSpLocks/>
            </p:cNvCxnSpPr>
            <p:nvPr/>
          </p:nvCxnSpPr>
          <p:spPr>
            <a:xfrm>
              <a:off x="2150520" y="882650"/>
              <a:ext cx="357118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2B60D429-5E5C-D866-B82A-39164427B450}"/>
                </a:ext>
              </a:extLst>
            </p:cNvPr>
            <p:cNvCxnSpPr>
              <a:cxnSpLocks/>
            </p:cNvCxnSpPr>
            <p:nvPr/>
          </p:nvCxnSpPr>
          <p:spPr>
            <a:xfrm>
              <a:off x="3935413" y="1168400"/>
              <a:ext cx="178629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Left Bracket 107">
              <a:extLst>
                <a:ext uri="{FF2B5EF4-FFF2-40B4-BE49-F238E27FC236}">
                  <a16:creationId xmlns:a16="http://schemas.microsoft.com/office/drawing/2014/main" id="{B069A3EB-C73B-F369-AC5F-6BABFC2B42F6}"/>
                </a:ext>
              </a:extLst>
            </p:cNvPr>
            <p:cNvSpPr/>
            <p:nvPr/>
          </p:nvSpPr>
          <p:spPr>
            <a:xfrm rot="16200000">
              <a:off x="2000378" y="2973985"/>
              <a:ext cx="70658" cy="21266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09" name="Left Bracket 108">
              <a:extLst>
                <a:ext uri="{FF2B5EF4-FFF2-40B4-BE49-F238E27FC236}">
                  <a16:creationId xmlns:a16="http://schemas.microsoft.com/office/drawing/2014/main" id="{F464EF6D-5821-C805-2B80-A53D497EB76A}"/>
                </a:ext>
              </a:extLst>
            </p:cNvPr>
            <p:cNvSpPr/>
            <p:nvPr/>
          </p:nvSpPr>
          <p:spPr>
            <a:xfrm rot="16200000">
              <a:off x="5792709" y="2973985"/>
              <a:ext cx="70658" cy="21266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10" name="Left Brace 109">
              <a:extLst>
                <a:ext uri="{FF2B5EF4-FFF2-40B4-BE49-F238E27FC236}">
                  <a16:creationId xmlns:a16="http://schemas.microsoft.com/office/drawing/2014/main" id="{10C20853-2E54-184F-F375-92E49FD3D138}"/>
                </a:ext>
              </a:extLst>
            </p:cNvPr>
            <p:cNvSpPr/>
            <p:nvPr/>
          </p:nvSpPr>
          <p:spPr>
            <a:xfrm rot="16200000">
              <a:off x="3857320" y="1294301"/>
              <a:ext cx="162542" cy="3805233"/>
            </a:xfrm>
            <a:prstGeom prst="leftBrace">
              <a:avLst>
                <a:gd name="adj1" fmla="val 0"/>
                <a:gd name="adj2" fmla="val 50151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AC8C516-F2FC-0C5C-1E79-B21A565B80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5849" y="1425555"/>
              <a:ext cx="241566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12284A2-41D2-B731-1025-2790F6D9A77D}"/>
                </a:ext>
              </a:extLst>
            </p:cNvPr>
            <p:cNvSpPr/>
            <p:nvPr/>
          </p:nvSpPr>
          <p:spPr>
            <a:xfrm>
              <a:off x="5745094" y="2924942"/>
              <a:ext cx="793758" cy="549517"/>
            </a:xfrm>
            <a:custGeom>
              <a:avLst/>
              <a:gdLst>
                <a:gd name="connsiteX0" fmla="*/ 128421 w 514783"/>
                <a:gd name="connsiteY0" fmla="*/ 0 h 755650"/>
                <a:gd name="connsiteX1" fmla="*/ 20471 w 514783"/>
                <a:gd name="connsiteY1" fmla="*/ 450850 h 755650"/>
                <a:gd name="connsiteX2" fmla="*/ 490371 w 514783"/>
                <a:gd name="connsiteY2" fmla="*/ 546100 h 755650"/>
                <a:gd name="connsiteX3" fmla="*/ 452271 w 514783"/>
                <a:gd name="connsiteY3" fmla="*/ 755650 h 755650"/>
                <a:gd name="connsiteX4" fmla="*/ 452271 w 514783"/>
                <a:gd name="connsiteY4" fmla="*/ 755650 h 755650"/>
                <a:gd name="connsiteX0" fmla="*/ 8291 w 577573"/>
                <a:gd name="connsiteY0" fmla="*/ 0 h 755650"/>
                <a:gd name="connsiteX1" fmla="*/ 567091 w 577573"/>
                <a:gd name="connsiteY1" fmla="*/ 209550 h 755650"/>
                <a:gd name="connsiteX2" fmla="*/ 370241 w 577573"/>
                <a:gd name="connsiteY2" fmla="*/ 546100 h 755650"/>
                <a:gd name="connsiteX3" fmla="*/ 332141 w 577573"/>
                <a:gd name="connsiteY3" fmla="*/ 755650 h 755650"/>
                <a:gd name="connsiteX4" fmla="*/ 332141 w 577573"/>
                <a:gd name="connsiteY4" fmla="*/ 755650 h 755650"/>
                <a:gd name="connsiteX0" fmla="*/ 7908 w 568253"/>
                <a:gd name="connsiteY0" fmla="*/ 0 h 755650"/>
                <a:gd name="connsiteX1" fmla="*/ 566708 w 568253"/>
                <a:gd name="connsiteY1" fmla="*/ 209550 h 755650"/>
                <a:gd name="connsiteX2" fmla="*/ 179358 w 568253"/>
                <a:gd name="connsiteY2" fmla="*/ 577850 h 755650"/>
                <a:gd name="connsiteX3" fmla="*/ 331758 w 568253"/>
                <a:gd name="connsiteY3" fmla="*/ 755650 h 755650"/>
                <a:gd name="connsiteX4" fmla="*/ 331758 w 568253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491563"/>
                <a:gd name="connsiteY0" fmla="*/ 0 h 755650"/>
                <a:gd name="connsiteX1" fmla="*/ 489756 w 491563"/>
                <a:gd name="connsiteY1" fmla="*/ 95250 h 755650"/>
                <a:gd name="connsiteX2" fmla="*/ 171450 w 491563"/>
                <a:gd name="connsiteY2" fmla="*/ 577850 h 755650"/>
                <a:gd name="connsiteX3" fmla="*/ 323850 w 491563"/>
                <a:gd name="connsiteY3" fmla="*/ 755650 h 755650"/>
                <a:gd name="connsiteX4" fmla="*/ 323850 w 491563"/>
                <a:gd name="connsiteY4" fmla="*/ 755650 h 755650"/>
                <a:gd name="connsiteX0" fmla="*/ 0 w 493464"/>
                <a:gd name="connsiteY0" fmla="*/ 0 h 755650"/>
                <a:gd name="connsiteX1" fmla="*/ 489756 w 493464"/>
                <a:gd name="connsiteY1" fmla="*/ 95250 h 755650"/>
                <a:gd name="connsiteX2" fmla="*/ 229872 w 493464"/>
                <a:gd name="connsiteY2" fmla="*/ 517525 h 755650"/>
                <a:gd name="connsiteX3" fmla="*/ 323850 w 493464"/>
                <a:gd name="connsiteY3" fmla="*/ 755650 h 755650"/>
                <a:gd name="connsiteX4" fmla="*/ 323850 w 493464"/>
                <a:gd name="connsiteY4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3464" h="755650">
                  <a:moveTo>
                    <a:pt x="0" y="0"/>
                  </a:moveTo>
                  <a:cubicBezTo>
                    <a:pt x="32706" y="195791"/>
                    <a:pt x="451444" y="8996"/>
                    <a:pt x="489756" y="95250"/>
                  </a:cubicBezTo>
                  <a:cubicBezTo>
                    <a:pt x="528068" y="181504"/>
                    <a:pt x="257523" y="407458"/>
                    <a:pt x="229872" y="517525"/>
                  </a:cubicBezTo>
                  <a:cubicBezTo>
                    <a:pt x="202221" y="627592"/>
                    <a:pt x="323850" y="755650"/>
                    <a:pt x="323850" y="755650"/>
                  </a:cubicBezTo>
                  <a:lnTo>
                    <a:pt x="323850" y="755650"/>
                  </a:lnTo>
                </a:path>
              </a:pathLst>
            </a:custGeom>
            <a:noFill/>
            <a:ln w="6350">
              <a:headEnd type="oval" w="sm" len="sm"/>
              <a:tailEnd type="stealth" w="sm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3AE4919-33F2-63EE-84A6-CD44B8285DF3}"/>
              </a:ext>
            </a:extLst>
          </p:cNvPr>
          <p:cNvGrpSpPr/>
          <p:nvPr/>
        </p:nvGrpSpPr>
        <p:grpSpPr>
          <a:xfrm>
            <a:off x="1893364" y="3781694"/>
            <a:ext cx="4106244" cy="1819275"/>
            <a:chOff x="1299617" y="1021828"/>
            <a:chExt cx="5309989" cy="1819275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A1599CC-FF64-30CF-820C-A4F026BCEE03}"/>
                </a:ext>
              </a:extLst>
            </p:cNvPr>
            <p:cNvSpPr/>
            <p:nvPr/>
          </p:nvSpPr>
          <p:spPr>
            <a:xfrm>
              <a:off x="1325759" y="2616598"/>
              <a:ext cx="573256" cy="21736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3774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37743 h 198310"/>
                <a:gd name="connsiteX5" fmla="*/ 123413 w 221146"/>
                <a:gd name="connsiteY5" fmla="*/ 29459 h 198310"/>
                <a:gd name="connsiteX6" fmla="*/ 221146 w 221146"/>
                <a:gd name="connsiteY6" fmla="*/ 0 h 198310"/>
                <a:gd name="connsiteX0" fmla="*/ 221146 w 221146"/>
                <a:gd name="connsiteY0" fmla="*/ 0 h 217360"/>
                <a:gd name="connsiteX1" fmla="*/ 221146 w 221146"/>
                <a:gd name="connsiteY1" fmla="*/ 217360 h 217360"/>
                <a:gd name="connsiteX2" fmla="*/ 122108 w 221146"/>
                <a:gd name="connsiteY2" fmla="*/ 217055 h 217360"/>
                <a:gd name="connsiteX3" fmla="*/ 4220 w 221146"/>
                <a:gd name="connsiteY3" fmla="*/ 216518 h 217360"/>
                <a:gd name="connsiteX4" fmla="*/ 0 w 221146"/>
                <a:gd name="connsiteY4" fmla="*/ 56793 h 217360"/>
                <a:gd name="connsiteX5" fmla="*/ 123413 w 221146"/>
                <a:gd name="connsiteY5" fmla="*/ 48509 h 217360"/>
                <a:gd name="connsiteX6" fmla="*/ 221146 w 221146"/>
                <a:gd name="connsiteY6" fmla="*/ 0 h 217360"/>
                <a:gd name="connsiteX0" fmla="*/ 221146 w 221146"/>
                <a:gd name="connsiteY0" fmla="*/ 0 h 217360"/>
                <a:gd name="connsiteX1" fmla="*/ 221146 w 221146"/>
                <a:gd name="connsiteY1" fmla="*/ 217360 h 217360"/>
                <a:gd name="connsiteX2" fmla="*/ 122108 w 221146"/>
                <a:gd name="connsiteY2" fmla="*/ 217055 h 217360"/>
                <a:gd name="connsiteX3" fmla="*/ 4220 w 221146"/>
                <a:gd name="connsiteY3" fmla="*/ 216518 h 217360"/>
                <a:gd name="connsiteX4" fmla="*/ 0 w 221146"/>
                <a:gd name="connsiteY4" fmla="*/ 63143 h 217360"/>
                <a:gd name="connsiteX5" fmla="*/ 123413 w 221146"/>
                <a:gd name="connsiteY5" fmla="*/ 48509 h 217360"/>
                <a:gd name="connsiteX6" fmla="*/ 221146 w 221146"/>
                <a:gd name="connsiteY6" fmla="*/ 0 h 217360"/>
                <a:gd name="connsiteX0" fmla="*/ 223324 w 223324"/>
                <a:gd name="connsiteY0" fmla="*/ 0 h 217360"/>
                <a:gd name="connsiteX1" fmla="*/ 223324 w 223324"/>
                <a:gd name="connsiteY1" fmla="*/ 217360 h 217360"/>
                <a:gd name="connsiteX2" fmla="*/ 124286 w 223324"/>
                <a:gd name="connsiteY2" fmla="*/ 217055 h 217360"/>
                <a:gd name="connsiteX3" fmla="*/ 0 w 223324"/>
                <a:gd name="connsiteY3" fmla="*/ 216518 h 217360"/>
                <a:gd name="connsiteX4" fmla="*/ 2178 w 223324"/>
                <a:gd name="connsiteY4" fmla="*/ 63143 h 217360"/>
                <a:gd name="connsiteX5" fmla="*/ 125591 w 223324"/>
                <a:gd name="connsiteY5" fmla="*/ 48509 h 217360"/>
                <a:gd name="connsiteX6" fmla="*/ 223324 w 223324"/>
                <a:gd name="connsiteY6" fmla="*/ 0 h 2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324" h="217360">
                  <a:moveTo>
                    <a:pt x="223324" y="0"/>
                  </a:moveTo>
                  <a:lnTo>
                    <a:pt x="223324" y="217360"/>
                  </a:lnTo>
                  <a:lnTo>
                    <a:pt x="124286" y="217055"/>
                  </a:lnTo>
                  <a:lnTo>
                    <a:pt x="0" y="216518"/>
                  </a:lnTo>
                  <a:cubicBezTo>
                    <a:pt x="1095" y="182085"/>
                    <a:pt x="2902" y="165055"/>
                    <a:pt x="2178" y="63143"/>
                  </a:cubicBezTo>
                  <a:cubicBezTo>
                    <a:pt x="43274" y="63495"/>
                    <a:pt x="84415" y="58390"/>
                    <a:pt x="125591" y="48509"/>
                  </a:cubicBezTo>
                  <a:lnTo>
                    <a:pt x="223324" y="0"/>
                  </a:ln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6760C38-7498-1A4B-1B89-958C5A82F9D6}"/>
                </a:ext>
              </a:extLst>
            </p:cNvPr>
            <p:cNvSpPr/>
            <p:nvPr/>
          </p:nvSpPr>
          <p:spPr>
            <a:xfrm flipH="1">
              <a:off x="5954068" y="2642793"/>
              <a:ext cx="649766" cy="1983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146" h="198310">
                  <a:moveTo>
                    <a:pt x="221146" y="0"/>
                  </a:moveTo>
                  <a:lnTo>
                    <a:pt x="221146" y="198310"/>
                  </a:lnTo>
                  <a:lnTo>
                    <a:pt x="122108" y="198005"/>
                  </a:lnTo>
                  <a:lnTo>
                    <a:pt x="4220" y="197468"/>
                  </a:lnTo>
                  <a:cubicBezTo>
                    <a:pt x="5315" y="163035"/>
                    <a:pt x="724" y="184105"/>
                    <a:pt x="0" y="82193"/>
                  </a:cubicBezTo>
                  <a:cubicBezTo>
                    <a:pt x="41096" y="82545"/>
                    <a:pt x="82237" y="58390"/>
                    <a:pt x="123413" y="48509"/>
                  </a:cubicBezTo>
                  <a:lnTo>
                    <a:pt x="221146" y="0"/>
                  </a:ln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59571146-BD28-A65E-04B9-2B2E1F10EF84}"/>
                </a:ext>
              </a:extLst>
            </p:cNvPr>
            <p:cNvSpPr/>
            <p:nvPr/>
          </p:nvSpPr>
          <p:spPr>
            <a:xfrm>
              <a:off x="1312197" y="1286837"/>
              <a:ext cx="5278264" cy="142001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72370"/>
                <a:gd name="connsiteY0" fmla="*/ 1074001 h 1074001"/>
                <a:gd name="connsiteX1" fmla="*/ 2009740 w 3972370"/>
                <a:gd name="connsiteY1" fmla="*/ 65 h 1074001"/>
                <a:gd name="connsiteX2" fmla="*/ 3972370 w 3972370"/>
                <a:gd name="connsiteY2" fmla="*/ 1068749 h 1074001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41471"/>
                <a:gd name="connsiteY0" fmla="*/ 1050048 h 1068691"/>
                <a:gd name="connsiteX1" fmla="*/ 1978841 w 3941471"/>
                <a:gd name="connsiteY1" fmla="*/ 7 h 1068691"/>
                <a:gd name="connsiteX2" fmla="*/ 3941471 w 3941471"/>
                <a:gd name="connsiteY2" fmla="*/ 1068691 h 1068691"/>
                <a:gd name="connsiteX0" fmla="*/ 0 w 3972370"/>
                <a:gd name="connsiteY0" fmla="*/ 1050048 h 1068691"/>
                <a:gd name="connsiteX1" fmla="*/ 1978841 w 3972370"/>
                <a:gd name="connsiteY1" fmla="*/ 7 h 1068691"/>
                <a:gd name="connsiteX2" fmla="*/ 3972370 w 3972370"/>
                <a:gd name="connsiteY2" fmla="*/ 1068691 h 10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72370" h="1068691">
                  <a:moveTo>
                    <a:pt x="0" y="1050048"/>
                  </a:moveTo>
                  <a:cubicBezTo>
                    <a:pt x="1383848" y="1007786"/>
                    <a:pt x="1316779" y="-3100"/>
                    <a:pt x="1978841" y="7"/>
                  </a:cubicBezTo>
                  <a:cubicBezTo>
                    <a:pt x="2640903" y="3114"/>
                    <a:pt x="2627662" y="1052066"/>
                    <a:pt x="3972370" y="1068691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121" name="Straight Connector 4">
              <a:extLst>
                <a:ext uri="{FF2B5EF4-FFF2-40B4-BE49-F238E27FC236}">
                  <a16:creationId xmlns:a16="http://schemas.microsoft.com/office/drawing/2014/main" id="{E0F395C8-DB0E-EFF5-B8BA-0626CC3E0E2C}"/>
                </a:ext>
              </a:extLst>
            </p:cNvPr>
            <p:cNvCxnSpPr>
              <a:cxnSpLocks/>
            </p:cNvCxnSpPr>
            <p:nvPr/>
          </p:nvCxnSpPr>
          <p:spPr>
            <a:xfrm>
              <a:off x="1299617" y="2826637"/>
              <a:ext cx="5309989" cy="12959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E5FD7C5-7422-0105-6E2E-353A8593F425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B461B18B-9031-3B02-FACC-37C3237747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0219" y="1829511"/>
              <a:ext cx="241566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83889BC-8C14-B623-B194-C4759A53AEDE}"/>
                </a:ext>
              </a:extLst>
            </p:cNvPr>
            <p:cNvCxnSpPr>
              <a:cxnSpLocks/>
            </p:cNvCxnSpPr>
            <p:nvPr/>
          </p:nvCxnSpPr>
          <p:spPr>
            <a:xfrm>
              <a:off x="1547110" y="1768099"/>
              <a:ext cx="60588" cy="966932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E157A075-59DC-F45D-A3CD-D435BB7F319F}"/>
              </a:ext>
            </a:extLst>
          </p:cNvPr>
          <p:cNvSpPr txBox="1"/>
          <p:nvPr/>
        </p:nvSpPr>
        <p:spPr>
          <a:xfrm>
            <a:off x="5516919" y="4158633"/>
            <a:ext cx="744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800">
                <a:latin typeface="Average Sans" panose="02000503040000020003" pitchFamily="2" charset="0"/>
              </a:rPr>
              <a:t>0,025</a:t>
            </a:r>
            <a:endParaRPr lang="en-ID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D6CF301-6E21-54C8-639A-09B7F7E619C8}"/>
              </a:ext>
            </a:extLst>
          </p:cNvPr>
          <p:cNvSpPr txBox="1"/>
          <p:nvPr/>
        </p:nvSpPr>
        <p:spPr>
          <a:xfrm>
            <a:off x="5946780" y="6121519"/>
            <a:ext cx="3882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+Z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90D6181-651F-EC7F-86D3-19548259F599}"/>
              </a:ext>
            </a:extLst>
          </p:cNvPr>
          <p:cNvSpPr txBox="1"/>
          <p:nvPr/>
        </p:nvSpPr>
        <p:spPr>
          <a:xfrm>
            <a:off x="1735823" y="4140855"/>
            <a:ext cx="744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800">
                <a:latin typeface="Average Sans" panose="02000503040000020003" pitchFamily="2" charset="0"/>
              </a:rPr>
              <a:t>0,025</a:t>
            </a:r>
            <a:endParaRPr lang="en-ID"/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1708F7EB-A124-002E-4E88-3099E34BDCD6}"/>
              </a:ext>
            </a:extLst>
          </p:cNvPr>
          <p:cNvSpPr/>
          <p:nvPr/>
        </p:nvSpPr>
        <p:spPr>
          <a:xfrm flipH="1">
            <a:off x="1847166" y="5690447"/>
            <a:ext cx="475171" cy="465462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464" h="755650">
                <a:moveTo>
                  <a:pt x="0" y="0"/>
                </a:moveTo>
                <a:cubicBezTo>
                  <a:pt x="32706" y="195791"/>
                  <a:pt x="451444" y="8996"/>
                  <a:pt x="489756" y="95250"/>
                </a:cubicBezTo>
                <a:cubicBezTo>
                  <a:pt x="528068" y="181504"/>
                  <a:pt x="257523" y="407458"/>
                  <a:pt x="229872" y="517525"/>
                </a:cubicBezTo>
                <a:cubicBezTo>
                  <a:pt x="202221" y="627592"/>
                  <a:pt x="323850" y="755650"/>
                  <a:pt x="323850" y="755650"/>
                </a:cubicBezTo>
                <a:lnTo>
                  <a:pt x="323850" y="755650"/>
                </a:lnTo>
              </a:path>
            </a:pathLst>
          </a:custGeom>
          <a:noFill/>
          <a:ln w="6350">
            <a:headEnd type="oval" w="sm" len="sm"/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BACF7B2-41B7-FCFA-E985-11CB7E2DB1A5}"/>
              </a:ext>
            </a:extLst>
          </p:cNvPr>
          <p:cNvSpPr txBox="1"/>
          <p:nvPr/>
        </p:nvSpPr>
        <p:spPr>
          <a:xfrm>
            <a:off x="1661858" y="6066648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-Z</a:t>
            </a:r>
            <a:endParaRPr lang="en-ID" sz="1400">
              <a:latin typeface="Average Sans" panose="0200050304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008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2C5141A-381C-F19C-DBA3-CF6F3BFD8275}"/>
              </a:ext>
            </a:extLst>
          </p:cNvPr>
          <p:cNvSpPr/>
          <p:nvPr/>
        </p:nvSpPr>
        <p:spPr>
          <a:xfrm rot="822361">
            <a:off x="8337098" y="2464404"/>
            <a:ext cx="408693" cy="641446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464" h="755650">
                <a:moveTo>
                  <a:pt x="0" y="0"/>
                </a:moveTo>
                <a:cubicBezTo>
                  <a:pt x="32706" y="195791"/>
                  <a:pt x="451444" y="8996"/>
                  <a:pt x="489756" y="95250"/>
                </a:cubicBezTo>
                <a:cubicBezTo>
                  <a:pt x="528068" y="181504"/>
                  <a:pt x="257523" y="407458"/>
                  <a:pt x="229872" y="517525"/>
                </a:cubicBezTo>
                <a:cubicBezTo>
                  <a:pt x="202221" y="627592"/>
                  <a:pt x="323850" y="755650"/>
                  <a:pt x="323850" y="755650"/>
                </a:cubicBezTo>
                <a:lnTo>
                  <a:pt x="323850" y="755650"/>
                </a:lnTo>
              </a:path>
            </a:pathLst>
          </a:custGeom>
          <a:noFill/>
          <a:ln w="6350">
            <a:headEnd type="oval" w="sm" len="sm"/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ADD01EA-D19D-298D-F99D-4CDE54568FE2}"/>
              </a:ext>
            </a:extLst>
          </p:cNvPr>
          <p:cNvGrpSpPr/>
          <p:nvPr/>
        </p:nvGrpSpPr>
        <p:grpSpPr>
          <a:xfrm>
            <a:off x="4836594" y="538967"/>
            <a:ext cx="4106244" cy="1819275"/>
            <a:chOff x="1299617" y="1021828"/>
            <a:chExt cx="5309989" cy="1819275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DFB2E1B-E6D1-ACB1-72FE-A553C85A488E}"/>
                </a:ext>
              </a:extLst>
            </p:cNvPr>
            <p:cNvSpPr/>
            <p:nvPr/>
          </p:nvSpPr>
          <p:spPr>
            <a:xfrm>
              <a:off x="1325759" y="2616598"/>
              <a:ext cx="573256" cy="21736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3774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37743 h 198310"/>
                <a:gd name="connsiteX5" fmla="*/ 123413 w 221146"/>
                <a:gd name="connsiteY5" fmla="*/ 29459 h 198310"/>
                <a:gd name="connsiteX6" fmla="*/ 221146 w 221146"/>
                <a:gd name="connsiteY6" fmla="*/ 0 h 198310"/>
                <a:gd name="connsiteX0" fmla="*/ 221146 w 221146"/>
                <a:gd name="connsiteY0" fmla="*/ 0 h 217360"/>
                <a:gd name="connsiteX1" fmla="*/ 221146 w 221146"/>
                <a:gd name="connsiteY1" fmla="*/ 217360 h 217360"/>
                <a:gd name="connsiteX2" fmla="*/ 122108 w 221146"/>
                <a:gd name="connsiteY2" fmla="*/ 217055 h 217360"/>
                <a:gd name="connsiteX3" fmla="*/ 4220 w 221146"/>
                <a:gd name="connsiteY3" fmla="*/ 216518 h 217360"/>
                <a:gd name="connsiteX4" fmla="*/ 0 w 221146"/>
                <a:gd name="connsiteY4" fmla="*/ 56793 h 217360"/>
                <a:gd name="connsiteX5" fmla="*/ 123413 w 221146"/>
                <a:gd name="connsiteY5" fmla="*/ 48509 h 217360"/>
                <a:gd name="connsiteX6" fmla="*/ 221146 w 221146"/>
                <a:gd name="connsiteY6" fmla="*/ 0 h 217360"/>
                <a:gd name="connsiteX0" fmla="*/ 221146 w 221146"/>
                <a:gd name="connsiteY0" fmla="*/ 0 h 217360"/>
                <a:gd name="connsiteX1" fmla="*/ 221146 w 221146"/>
                <a:gd name="connsiteY1" fmla="*/ 217360 h 217360"/>
                <a:gd name="connsiteX2" fmla="*/ 122108 w 221146"/>
                <a:gd name="connsiteY2" fmla="*/ 217055 h 217360"/>
                <a:gd name="connsiteX3" fmla="*/ 4220 w 221146"/>
                <a:gd name="connsiteY3" fmla="*/ 216518 h 217360"/>
                <a:gd name="connsiteX4" fmla="*/ 0 w 221146"/>
                <a:gd name="connsiteY4" fmla="*/ 63143 h 217360"/>
                <a:gd name="connsiteX5" fmla="*/ 123413 w 221146"/>
                <a:gd name="connsiteY5" fmla="*/ 48509 h 217360"/>
                <a:gd name="connsiteX6" fmla="*/ 221146 w 221146"/>
                <a:gd name="connsiteY6" fmla="*/ 0 h 217360"/>
                <a:gd name="connsiteX0" fmla="*/ 223324 w 223324"/>
                <a:gd name="connsiteY0" fmla="*/ 0 h 217360"/>
                <a:gd name="connsiteX1" fmla="*/ 223324 w 223324"/>
                <a:gd name="connsiteY1" fmla="*/ 217360 h 217360"/>
                <a:gd name="connsiteX2" fmla="*/ 124286 w 223324"/>
                <a:gd name="connsiteY2" fmla="*/ 217055 h 217360"/>
                <a:gd name="connsiteX3" fmla="*/ 0 w 223324"/>
                <a:gd name="connsiteY3" fmla="*/ 216518 h 217360"/>
                <a:gd name="connsiteX4" fmla="*/ 2178 w 223324"/>
                <a:gd name="connsiteY4" fmla="*/ 63143 h 217360"/>
                <a:gd name="connsiteX5" fmla="*/ 125591 w 223324"/>
                <a:gd name="connsiteY5" fmla="*/ 48509 h 217360"/>
                <a:gd name="connsiteX6" fmla="*/ 223324 w 223324"/>
                <a:gd name="connsiteY6" fmla="*/ 0 h 2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324" h="217360">
                  <a:moveTo>
                    <a:pt x="223324" y="0"/>
                  </a:moveTo>
                  <a:lnTo>
                    <a:pt x="223324" y="217360"/>
                  </a:lnTo>
                  <a:lnTo>
                    <a:pt x="124286" y="217055"/>
                  </a:lnTo>
                  <a:lnTo>
                    <a:pt x="0" y="216518"/>
                  </a:lnTo>
                  <a:cubicBezTo>
                    <a:pt x="1095" y="182085"/>
                    <a:pt x="2902" y="165055"/>
                    <a:pt x="2178" y="63143"/>
                  </a:cubicBezTo>
                  <a:cubicBezTo>
                    <a:pt x="43274" y="63495"/>
                    <a:pt x="84415" y="58390"/>
                    <a:pt x="125591" y="48509"/>
                  </a:cubicBezTo>
                  <a:lnTo>
                    <a:pt x="223324" y="0"/>
                  </a:ln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DDFD57E-0685-F772-DECA-1411991BDD4F}"/>
                </a:ext>
              </a:extLst>
            </p:cNvPr>
            <p:cNvSpPr/>
            <p:nvPr/>
          </p:nvSpPr>
          <p:spPr>
            <a:xfrm flipH="1">
              <a:off x="5954068" y="2642793"/>
              <a:ext cx="649766" cy="1983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146" h="198310">
                  <a:moveTo>
                    <a:pt x="221146" y="0"/>
                  </a:moveTo>
                  <a:lnTo>
                    <a:pt x="221146" y="198310"/>
                  </a:lnTo>
                  <a:lnTo>
                    <a:pt x="122108" y="198005"/>
                  </a:lnTo>
                  <a:lnTo>
                    <a:pt x="4220" y="197468"/>
                  </a:lnTo>
                  <a:cubicBezTo>
                    <a:pt x="5315" y="163035"/>
                    <a:pt x="724" y="184105"/>
                    <a:pt x="0" y="82193"/>
                  </a:cubicBezTo>
                  <a:cubicBezTo>
                    <a:pt x="41096" y="82545"/>
                    <a:pt x="82237" y="58390"/>
                    <a:pt x="123413" y="48509"/>
                  </a:cubicBezTo>
                  <a:lnTo>
                    <a:pt x="221146" y="0"/>
                  </a:ln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22D9EB-3447-AED0-E536-5ECEBAD3370D}"/>
                </a:ext>
              </a:extLst>
            </p:cNvPr>
            <p:cNvSpPr/>
            <p:nvPr/>
          </p:nvSpPr>
          <p:spPr>
            <a:xfrm>
              <a:off x="1312197" y="1286837"/>
              <a:ext cx="5278264" cy="142001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72370"/>
                <a:gd name="connsiteY0" fmla="*/ 1074001 h 1074001"/>
                <a:gd name="connsiteX1" fmla="*/ 2009740 w 3972370"/>
                <a:gd name="connsiteY1" fmla="*/ 65 h 1074001"/>
                <a:gd name="connsiteX2" fmla="*/ 3972370 w 3972370"/>
                <a:gd name="connsiteY2" fmla="*/ 1068749 h 1074001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41471"/>
                <a:gd name="connsiteY0" fmla="*/ 1050048 h 1068691"/>
                <a:gd name="connsiteX1" fmla="*/ 1978841 w 3941471"/>
                <a:gd name="connsiteY1" fmla="*/ 7 h 1068691"/>
                <a:gd name="connsiteX2" fmla="*/ 3941471 w 3941471"/>
                <a:gd name="connsiteY2" fmla="*/ 1068691 h 1068691"/>
                <a:gd name="connsiteX0" fmla="*/ 0 w 3972370"/>
                <a:gd name="connsiteY0" fmla="*/ 1050048 h 1068691"/>
                <a:gd name="connsiteX1" fmla="*/ 1978841 w 3972370"/>
                <a:gd name="connsiteY1" fmla="*/ 7 h 1068691"/>
                <a:gd name="connsiteX2" fmla="*/ 3972370 w 3972370"/>
                <a:gd name="connsiteY2" fmla="*/ 1068691 h 10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72370" h="1068691">
                  <a:moveTo>
                    <a:pt x="0" y="1050048"/>
                  </a:moveTo>
                  <a:cubicBezTo>
                    <a:pt x="1383848" y="1007786"/>
                    <a:pt x="1316779" y="-3100"/>
                    <a:pt x="1978841" y="7"/>
                  </a:cubicBezTo>
                  <a:cubicBezTo>
                    <a:pt x="2640903" y="3114"/>
                    <a:pt x="2627662" y="1052066"/>
                    <a:pt x="3972370" y="1068691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13" name="Straight Connector 4">
              <a:extLst>
                <a:ext uri="{FF2B5EF4-FFF2-40B4-BE49-F238E27FC236}">
                  <a16:creationId xmlns:a16="http://schemas.microsoft.com/office/drawing/2014/main" id="{6B72C87E-DB62-6B56-A705-D0D548ABD7F8}"/>
                </a:ext>
              </a:extLst>
            </p:cNvPr>
            <p:cNvCxnSpPr>
              <a:cxnSpLocks/>
            </p:cNvCxnSpPr>
            <p:nvPr/>
          </p:nvCxnSpPr>
          <p:spPr>
            <a:xfrm>
              <a:off x="1299617" y="2826637"/>
              <a:ext cx="5309989" cy="12959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B28854A-3AC3-956F-0847-289345748F4D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60C27C9-B0E0-0522-ABAC-1C6F42B369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0219" y="1829511"/>
              <a:ext cx="241566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D4C7A9-0748-87B0-0341-42A4CF646B51}"/>
                </a:ext>
              </a:extLst>
            </p:cNvPr>
            <p:cNvCxnSpPr>
              <a:cxnSpLocks/>
            </p:cNvCxnSpPr>
            <p:nvPr/>
          </p:nvCxnSpPr>
          <p:spPr>
            <a:xfrm>
              <a:off x="1547110" y="1768099"/>
              <a:ext cx="60588" cy="966932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D3E3734-DEF5-4D45-54AD-1C4F19A0D0E3}"/>
              </a:ext>
            </a:extLst>
          </p:cNvPr>
          <p:cNvSpPr txBox="1"/>
          <p:nvPr/>
        </p:nvSpPr>
        <p:spPr>
          <a:xfrm>
            <a:off x="8149409" y="694938"/>
            <a:ext cx="20478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Average Sans" panose="02000503040000020003" pitchFamily="2" charset="0"/>
              </a:rPr>
              <a:t>Wilayah </a:t>
            </a:r>
            <a:r>
              <a:rPr lang="en-US" b="1" u="sng" dirty="0" err="1">
                <a:latin typeface="Average Sans" panose="02000503040000020003" pitchFamily="2" charset="0"/>
              </a:rPr>
              <a:t>kritis</a:t>
            </a:r>
            <a:r>
              <a:rPr lang="en-US" u="sng" dirty="0">
                <a:latin typeface="Average Sans" panose="02000503040000020003" pitchFamily="2" charset="0"/>
              </a:rPr>
              <a:t> </a:t>
            </a:r>
          </a:p>
          <a:p>
            <a:r>
              <a:rPr lang="en-US" dirty="0">
                <a:latin typeface="Average Sans" panose="02000503040000020003" pitchFamily="2" charset="0"/>
              </a:rPr>
              <a:t>area </a:t>
            </a:r>
            <a:r>
              <a:rPr lang="en-US" dirty="0" err="1">
                <a:latin typeface="Average Sans" panose="02000503040000020003" pitchFamily="2" charset="0"/>
              </a:rPr>
              <a:t>penolakan</a:t>
            </a:r>
            <a:r>
              <a:rPr lang="en-US" dirty="0">
                <a:latin typeface="Average Sans" panose="02000503040000020003" pitchFamily="2" charset="0"/>
              </a:rPr>
              <a:t> Ho</a:t>
            </a:r>
            <a:endParaRPr lang="en-ID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5C1BDB-B44B-45EF-DBD4-EB9EE83CC2AD}"/>
              </a:ext>
            </a:extLst>
          </p:cNvPr>
          <p:cNvSpPr txBox="1"/>
          <p:nvPr/>
        </p:nvSpPr>
        <p:spPr>
          <a:xfrm>
            <a:off x="8557984" y="2865537"/>
            <a:ext cx="898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verage Sans" panose="02000503040000020003" pitchFamily="2" charset="0"/>
              </a:rPr>
              <a:t>Titik</a:t>
            </a:r>
            <a:r>
              <a:rPr lang="en-US" sz="1400" dirty="0">
                <a:latin typeface="Average Sans" panose="02000503040000020003" pitchFamily="2" charset="0"/>
              </a:rPr>
              <a:t> </a:t>
            </a:r>
            <a:r>
              <a:rPr lang="en-US" sz="1400" dirty="0" err="1">
                <a:latin typeface="Average Sans" panose="02000503040000020003" pitchFamily="2" charset="0"/>
              </a:rPr>
              <a:t>kritis</a:t>
            </a:r>
            <a:endParaRPr lang="en-ID" sz="1400" dirty="0">
              <a:latin typeface="Average Sans" panose="02000503040000020003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13A076-97D4-3CAA-FC72-9C8DC3003785}"/>
              </a:ext>
            </a:extLst>
          </p:cNvPr>
          <p:cNvSpPr txBox="1"/>
          <p:nvPr/>
        </p:nvSpPr>
        <p:spPr>
          <a:xfrm>
            <a:off x="4158053" y="898128"/>
            <a:ext cx="2091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rage Sans" panose="02000503040000020003" pitchFamily="2" charset="0"/>
              </a:rPr>
              <a:t>Area </a:t>
            </a:r>
            <a:r>
              <a:rPr lang="en-US" dirty="0" err="1">
                <a:latin typeface="Average Sans" panose="02000503040000020003" pitchFamily="2" charset="0"/>
              </a:rPr>
              <a:t>penolakan</a:t>
            </a:r>
            <a:r>
              <a:rPr lang="en-US" dirty="0">
                <a:latin typeface="Average Sans" panose="02000503040000020003" pitchFamily="2" charset="0"/>
              </a:rPr>
              <a:t> Ho</a:t>
            </a:r>
            <a:endParaRPr lang="en-ID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67120A-9AEB-F0BF-3B40-D38600D45D02}"/>
              </a:ext>
            </a:extLst>
          </p:cNvPr>
          <p:cNvGrpSpPr/>
          <p:nvPr/>
        </p:nvGrpSpPr>
        <p:grpSpPr>
          <a:xfrm>
            <a:off x="2142090" y="4132961"/>
            <a:ext cx="4106244" cy="1818894"/>
            <a:chOff x="1299617" y="1021828"/>
            <a:chExt cx="5309989" cy="1818894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E5EE840-7BB7-24BD-3857-35DB1E1AED19}"/>
                </a:ext>
              </a:extLst>
            </p:cNvPr>
            <p:cNvSpPr/>
            <p:nvPr/>
          </p:nvSpPr>
          <p:spPr>
            <a:xfrm flipH="1">
              <a:off x="5529261" y="2466960"/>
              <a:ext cx="1062252" cy="373762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7303 w 227303"/>
                <a:gd name="connsiteY0" fmla="*/ 0 h 282383"/>
                <a:gd name="connsiteX1" fmla="*/ 221146 w 227303"/>
                <a:gd name="connsiteY1" fmla="*/ 282383 h 282383"/>
                <a:gd name="connsiteX2" fmla="*/ 122108 w 227303"/>
                <a:gd name="connsiteY2" fmla="*/ 282078 h 282383"/>
                <a:gd name="connsiteX3" fmla="*/ 4220 w 227303"/>
                <a:gd name="connsiteY3" fmla="*/ 281541 h 282383"/>
                <a:gd name="connsiteX4" fmla="*/ 0 w 227303"/>
                <a:gd name="connsiteY4" fmla="*/ 166266 h 282383"/>
                <a:gd name="connsiteX5" fmla="*/ 123413 w 227303"/>
                <a:gd name="connsiteY5" fmla="*/ 132582 h 282383"/>
                <a:gd name="connsiteX6" fmla="*/ 227303 w 227303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20774 w 224664"/>
                <a:gd name="connsiteY5" fmla="*/ 132582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7302"/>
                <a:gd name="connsiteY0" fmla="*/ 0 h 282078"/>
                <a:gd name="connsiteX1" fmla="*/ 227302 w 227302"/>
                <a:gd name="connsiteY1" fmla="*/ 277288 h 282078"/>
                <a:gd name="connsiteX2" fmla="*/ 119469 w 227302"/>
                <a:gd name="connsiteY2" fmla="*/ 282078 h 282078"/>
                <a:gd name="connsiteX3" fmla="*/ 1581 w 227302"/>
                <a:gd name="connsiteY3" fmla="*/ 281541 h 282078"/>
                <a:gd name="connsiteX4" fmla="*/ 0 w 227302"/>
                <a:gd name="connsiteY4" fmla="*/ 181552 h 282078"/>
                <a:gd name="connsiteX5" fmla="*/ 103183 w 227302"/>
                <a:gd name="connsiteY5" fmla="*/ 147868 h 282078"/>
                <a:gd name="connsiteX6" fmla="*/ 224664 w 227302"/>
                <a:gd name="connsiteY6" fmla="*/ 0 h 282078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65702 h 299912"/>
                <a:gd name="connsiteX6" fmla="*/ 227303 w 227556"/>
                <a:gd name="connsiteY6" fmla="*/ 0 h 299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556" h="299912">
                  <a:moveTo>
                    <a:pt x="227303" y="0"/>
                  </a:moveTo>
                  <a:cubicBezTo>
                    <a:pt x="228182" y="92429"/>
                    <a:pt x="226423" y="202693"/>
                    <a:pt x="227302" y="295122"/>
                  </a:cubicBezTo>
                  <a:lnTo>
                    <a:pt x="119469" y="299912"/>
                  </a:lnTo>
                  <a:lnTo>
                    <a:pt x="1581" y="299375"/>
                  </a:lnTo>
                  <a:cubicBezTo>
                    <a:pt x="2676" y="264942"/>
                    <a:pt x="724" y="301298"/>
                    <a:pt x="0" y="199386"/>
                  </a:cubicBezTo>
                  <a:cubicBezTo>
                    <a:pt x="41096" y="199738"/>
                    <a:pt x="60248" y="180678"/>
                    <a:pt x="103183" y="165702"/>
                  </a:cubicBezTo>
                  <a:lnTo>
                    <a:pt x="227303" y="0"/>
                  </a:ln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8E13A47-4B38-5382-457F-53048F2229D8}"/>
                </a:ext>
              </a:extLst>
            </p:cNvPr>
            <p:cNvSpPr/>
            <p:nvPr/>
          </p:nvSpPr>
          <p:spPr>
            <a:xfrm>
              <a:off x="1312197" y="1286837"/>
              <a:ext cx="5278264" cy="142001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72370"/>
                <a:gd name="connsiteY0" fmla="*/ 1074001 h 1074001"/>
                <a:gd name="connsiteX1" fmla="*/ 2009740 w 3972370"/>
                <a:gd name="connsiteY1" fmla="*/ 65 h 1074001"/>
                <a:gd name="connsiteX2" fmla="*/ 3972370 w 3972370"/>
                <a:gd name="connsiteY2" fmla="*/ 1068749 h 1074001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41471"/>
                <a:gd name="connsiteY0" fmla="*/ 1050048 h 1068691"/>
                <a:gd name="connsiteX1" fmla="*/ 1978841 w 3941471"/>
                <a:gd name="connsiteY1" fmla="*/ 7 h 1068691"/>
                <a:gd name="connsiteX2" fmla="*/ 3941471 w 3941471"/>
                <a:gd name="connsiteY2" fmla="*/ 1068691 h 1068691"/>
                <a:gd name="connsiteX0" fmla="*/ 0 w 3972370"/>
                <a:gd name="connsiteY0" fmla="*/ 1050048 h 1068691"/>
                <a:gd name="connsiteX1" fmla="*/ 1978841 w 3972370"/>
                <a:gd name="connsiteY1" fmla="*/ 7 h 1068691"/>
                <a:gd name="connsiteX2" fmla="*/ 3972370 w 3972370"/>
                <a:gd name="connsiteY2" fmla="*/ 1068691 h 10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72370" h="1068691">
                  <a:moveTo>
                    <a:pt x="0" y="1050048"/>
                  </a:moveTo>
                  <a:cubicBezTo>
                    <a:pt x="1383848" y="1007786"/>
                    <a:pt x="1316779" y="-3100"/>
                    <a:pt x="1978841" y="7"/>
                  </a:cubicBezTo>
                  <a:cubicBezTo>
                    <a:pt x="2640903" y="3114"/>
                    <a:pt x="2627662" y="1052066"/>
                    <a:pt x="3972370" y="1068691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latin typeface="Average Sans" panose="02000503040000020003" pitchFamily="2" charset="0"/>
              </a:endParaRPr>
            </a:p>
          </p:txBody>
        </p: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52D44E37-7367-9761-ECA8-C0E8D67F84B8}"/>
                </a:ext>
              </a:extLst>
            </p:cNvPr>
            <p:cNvCxnSpPr>
              <a:cxnSpLocks/>
            </p:cNvCxnSpPr>
            <p:nvPr/>
          </p:nvCxnSpPr>
          <p:spPr>
            <a:xfrm>
              <a:off x="1299617" y="2826637"/>
              <a:ext cx="5309989" cy="12959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5E98538-CBBC-9F31-4193-6517194FB8D8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E8A7E1C-7EE0-EAAA-3575-31C31F3F4E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6611" y="2036052"/>
              <a:ext cx="231092" cy="657842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89ECCD2-AFF4-B859-2655-4F0F542FFDE8}"/>
              </a:ext>
            </a:extLst>
          </p:cNvPr>
          <p:cNvGrpSpPr/>
          <p:nvPr/>
        </p:nvGrpSpPr>
        <p:grpSpPr>
          <a:xfrm>
            <a:off x="7477116" y="4107466"/>
            <a:ext cx="4097586" cy="1818894"/>
            <a:chOff x="1291668" y="1021828"/>
            <a:chExt cx="5298793" cy="1818894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6F78684-5E3E-186E-EDF1-6A2C16ADDC7E}"/>
                </a:ext>
              </a:extLst>
            </p:cNvPr>
            <p:cNvSpPr/>
            <p:nvPr/>
          </p:nvSpPr>
          <p:spPr>
            <a:xfrm>
              <a:off x="1293971" y="2466960"/>
              <a:ext cx="1062252" cy="373762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7303 w 227303"/>
                <a:gd name="connsiteY0" fmla="*/ 0 h 282383"/>
                <a:gd name="connsiteX1" fmla="*/ 221146 w 227303"/>
                <a:gd name="connsiteY1" fmla="*/ 282383 h 282383"/>
                <a:gd name="connsiteX2" fmla="*/ 122108 w 227303"/>
                <a:gd name="connsiteY2" fmla="*/ 282078 h 282383"/>
                <a:gd name="connsiteX3" fmla="*/ 4220 w 227303"/>
                <a:gd name="connsiteY3" fmla="*/ 281541 h 282383"/>
                <a:gd name="connsiteX4" fmla="*/ 0 w 227303"/>
                <a:gd name="connsiteY4" fmla="*/ 166266 h 282383"/>
                <a:gd name="connsiteX5" fmla="*/ 123413 w 227303"/>
                <a:gd name="connsiteY5" fmla="*/ 132582 h 282383"/>
                <a:gd name="connsiteX6" fmla="*/ 227303 w 227303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20774 w 224664"/>
                <a:gd name="connsiteY5" fmla="*/ 132582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7302"/>
                <a:gd name="connsiteY0" fmla="*/ 0 h 282078"/>
                <a:gd name="connsiteX1" fmla="*/ 227302 w 227302"/>
                <a:gd name="connsiteY1" fmla="*/ 277288 h 282078"/>
                <a:gd name="connsiteX2" fmla="*/ 119469 w 227302"/>
                <a:gd name="connsiteY2" fmla="*/ 282078 h 282078"/>
                <a:gd name="connsiteX3" fmla="*/ 1581 w 227302"/>
                <a:gd name="connsiteY3" fmla="*/ 281541 h 282078"/>
                <a:gd name="connsiteX4" fmla="*/ 0 w 227302"/>
                <a:gd name="connsiteY4" fmla="*/ 181552 h 282078"/>
                <a:gd name="connsiteX5" fmla="*/ 103183 w 227302"/>
                <a:gd name="connsiteY5" fmla="*/ 147868 h 282078"/>
                <a:gd name="connsiteX6" fmla="*/ 224664 w 227302"/>
                <a:gd name="connsiteY6" fmla="*/ 0 h 282078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65702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65702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65702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56148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30229 w 227556"/>
                <a:gd name="connsiteY5" fmla="*/ 133219 h 299912"/>
                <a:gd name="connsiteX6" fmla="*/ 227303 w 227556"/>
                <a:gd name="connsiteY6" fmla="*/ 0 h 299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556" h="299912">
                  <a:moveTo>
                    <a:pt x="227303" y="0"/>
                  </a:moveTo>
                  <a:cubicBezTo>
                    <a:pt x="228182" y="92429"/>
                    <a:pt x="226423" y="202693"/>
                    <a:pt x="227302" y="295122"/>
                  </a:cubicBezTo>
                  <a:lnTo>
                    <a:pt x="119469" y="299912"/>
                  </a:lnTo>
                  <a:lnTo>
                    <a:pt x="1581" y="299375"/>
                  </a:lnTo>
                  <a:cubicBezTo>
                    <a:pt x="2676" y="264942"/>
                    <a:pt x="724" y="301298"/>
                    <a:pt x="0" y="199386"/>
                  </a:cubicBezTo>
                  <a:cubicBezTo>
                    <a:pt x="41096" y="199738"/>
                    <a:pt x="91565" y="157152"/>
                    <a:pt x="130229" y="133219"/>
                  </a:cubicBezTo>
                  <a:cubicBezTo>
                    <a:pt x="166984" y="110468"/>
                    <a:pt x="185930" y="55234"/>
                    <a:pt x="227303" y="0"/>
                  </a:cubicBez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93D80AC-61D8-F1EA-C007-E8CD235D18BE}"/>
                </a:ext>
              </a:extLst>
            </p:cNvPr>
            <p:cNvSpPr/>
            <p:nvPr/>
          </p:nvSpPr>
          <p:spPr>
            <a:xfrm>
              <a:off x="1291668" y="1286837"/>
              <a:ext cx="5298793" cy="142001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72370"/>
                <a:gd name="connsiteY0" fmla="*/ 1074001 h 1074001"/>
                <a:gd name="connsiteX1" fmla="*/ 2009740 w 3972370"/>
                <a:gd name="connsiteY1" fmla="*/ 65 h 1074001"/>
                <a:gd name="connsiteX2" fmla="*/ 3972370 w 3972370"/>
                <a:gd name="connsiteY2" fmla="*/ 1068749 h 1074001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41471"/>
                <a:gd name="connsiteY0" fmla="*/ 1050048 h 1068691"/>
                <a:gd name="connsiteX1" fmla="*/ 1978841 w 3941471"/>
                <a:gd name="connsiteY1" fmla="*/ 7 h 1068691"/>
                <a:gd name="connsiteX2" fmla="*/ 3941471 w 3941471"/>
                <a:gd name="connsiteY2" fmla="*/ 1068691 h 1068691"/>
                <a:gd name="connsiteX0" fmla="*/ 0 w 3972370"/>
                <a:gd name="connsiteY0" fmla="*/ 1050048 h 1068691"/>
                <a:gd name="connsiteX1" fmla="*/ 1978841 w 3972370"/>
                <a:gd name="connsiteY1" fmla="*/ 7 h 1068691"/>
                <a:gd name="connsiteX2" fmla="*/ 3972370 w 3972370"/>
                <a:gd name="connsiteY2" fmla="*/ 1068691 h 1068691"/>
                <a:gd name="connsiteX0" fmla="*/ 0 w 3987820"/>
                <a:gd name="connsiteY0" fmla="*/ 1073943 h 1073943"/>
                <a:gd name="connsiteX1" fmla="*/ 1994291 w 3987820"/>
                <a:gd name="connsiteY1" fmla="*/ 7 h 1073943"/>
                <a:gd name="connsiteX2" fmla="*/ 3987820 w 3987820"/>
                <a:gd name="connsiteY2" fmla="*/ 1068691 h 1073943"/>
                <a:gd name="connsiteX0" fmla="*/ 0 w 3987820"/>
                <a:gd name="connsiteY0" fmla="*/ 1066775 h 1068691"/>
                <a:gd name="connsiteX1" fmla="*/ 1994291 w 3987820"/>
                <a:gd name="connsiteY1" fmla="*/ 7 h 1068691"/>
                <a:gd name="connsiteX2" fmla="*/ 3987820 w 3987820"/>
                <a:gd name="connsiteY2" fmla="*/ 1068691 h 10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87820" h="1068691">
                  <a:moveTo>
                    <a:pt x="0" y="1066775"/>
                  </a:moveTo>
                  <a:cubicBezTo>
                    <a:pt x="1383848" y="1024513"/>
                    <a:pt x="1332229" y="-3100"/>
                    <a:pt x="1994291" y="7"/>
                  </a:cubicBezTo>
                  <a:cubicBezTo>
                    <a:pt x="2656353" y="3114"/>
                    <a:pt x="2643112" y="1052066"/>
                    <a:pt x="3987820" y="1068691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37" name="Straight Connector 4">
              <a:extLst>
                <a:ext uri="{FF2B5EF4-FFF2-40B4-BE49-F238E27FC236}">
                  <a16:creationId xmlns:a16="http://schemas.microsoft.com/office/drawing/2014/main" id="{76E91AAD-A542-FCC7-2E55-5D648E761992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 flipV="1">
              <a:off x="1301351" y="2839337"/>
              <a:ext cx="5289110" cy="716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8D2FDC-5C22-11A7-85D1-039DAF0D98AC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9DC9477-D7F8-8075-F9DC-591A653E62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9181" y="1796516"/>
              <a:ext cx="241566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3C253A33-BE70-14B7-BB66-396A827A5E6A}"/>
              </a:ext>
            </a:extLst>
          </p:cNvPr>
          <p:cNvSpPr txBox="1"/>
          <p:nvPr/>
        </p:nvSpPr>
        <p:spPr>
          <a:xfrm>
            <a:off x="6206462" y="146059"/>
            <a:ext cx="2430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rage Sans" panose="02000503040000020003" pitchFamily="2" charset="0"/>
              </a:rPr>
              <a:t>Area </a:t>
            </a:r>
            <a:r>
              <a:rPr lang="en-US" dirty="0" err="1">
                <a:latin typeface="Average Sans" panose="02000503040000020003" pitchFamily="2" charset="0"/>
              </a:rPr>
              <a:t>gagal</a:t>
            </a:r>
            <a:r>
              <a:rPr lang="en-US" dirty="0">
                <a:latin typeface="Average Sans" panose="02000503040000020003" pitchFamily="2" charset="0"/>
              </a:rPr>
              <a:t> </a:t>
            </a:r>
            <a:r>
              <a:rPr lang="en-US" dirty="0" err="1">
                <a:latin typeface="Average Sans" panose="02000503040000020003" pitchFamily="2" charset="0"/>
              </a:rPr>
              <a:t>menolak</a:t>
            </a:r>
            <a:r>
              <a:rPr lang="en-US" dirty="0">
                <a:latin typeface="Average Sans" panose="02000503040000020003" pitchFamily="2" charset="0"/>
              </a:rPr>
              <a:t> Ho</a:t>
            </a:r>
            <a:endParaRPr lang="en-ID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2399405-C4A8-45A6-A195-CD4BDBBE3ECE}"/>
              </a:ext>
            </a:extLst>
          </p:cNvPr>
          <p:cNvCxnSpPr>
            <a:cxnSpLocks/>
          </p:cNvCxnSpPr>
          <p:nvPr/>
        </p:nvCxnSpPr>
        <p:spPr>
          <a:xfrm flipH="1">
            <a:off x="7163488" y="515391"/>
            <a:ext cx="186804" cy="905520"/>
          </a:xfrm>
          <a:prstGeom prst="line">
            <a:avLst/>
          </a:prstGeom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B2D55DE-C2B6-8818-04AE-300652CB6ACA}"/>
              </a:ext>
            </a:extLst>
          </p:cNvPr>
          <p:cNvSpPr/>
          <p:nvPr/>
        </p:nvSpPr>
        <p:spPr>
          <a:xfrm rot="822361">
            <a:off x="5214911" y="2468360"/>
            <a:ext cx="408693" cy="641446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464" h="755650">
                <a:moveTo>
                  <a:pt x="0" y="0"/>
                </a:moveTo>
                <a:cubicBezTo>
                  <a:pt x="32706" y="195791"/>
                  <a:pt x="451444" y="8996"/>
                  <a:pt x="489756" y="95250"/>
                </a:cubicBezTo>
                <a:cubicBezTo>
                  <a:pt x="528068" y="181504"/>
                  <a:pt x="257523" y="407458"/>
                  <a:pt x="229872" y="517525"/>
                </a:cubicBezTo>
                <a:cubicBezTo>
                  <a:pt x="202221" y="627592"/>
                  <a:pt x="323850" y="755650"/>
                  <a:pt x="323850" y="755650"/>
                </a:cubicBezTo>
                <a:lnTo>
                  <a:pt x="323850" y="755650"/>
                </a:lnTo>
              </a:path>
            </a:pathLst>
          </a:custGeom>
          <a:noFill/>
          <a:ln w="6350">
            <a:headEnd type="oval" w="sm" len="sm"/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99EEA3-229B-9262-A750-12A4C7863DFD}"/>
              </a:ext>
            </a:extLst>
          </p:cNvPr>
          <p:cNvSpPr txBox="1"/>
          <p:nvPr/>
        </p:nvSpPr>
        <p:spPr>
          <a:xfrm>
            <a:off x="5416988" y="2846696"/>
            <a:ext cx="898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verage Sans" panose="02000503040000020003" pitchFamily="2" charset="0"/>
              </a:rPr>
              <a:t>Titik</a:t>
            </a:r>
            <a:r>
              <a:rPr lang="en-US" sz="1400" dirty="0">
                <a:latin typeface="Average Sans" panose="02000503040000020003" pitchFamily="2" charset="0"/>
              </a:rPr>
              <a:t> </a:t>
            </a:r>
            <a:r>
              <a:rPr lang="en-US" sz="1400" dirty="0" err="1">
                <a:latin typeface="Average Sans" panose="02000503040000020003" pitchFamily="2" charset="0"/>
              </a:rPr>
              <a:t>kritis</a:t>
            </a:r>
            <a:endParaRPr lang="en-ID" sz="1400" dirty="0">
              <a:latin typeface="Average Sans" panose="02000503040000020003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85765E-C449-68A8-E10C-E846007A3F29}"/>
              </a:ext>
            </a:extLst>
          </p:cNvPr>
          <p:cNvSpPr txBox="1"/>
          <p:nvPr/>
        </p:nvSpPr>
        <p:spPr>
          <a:xfrm>
            <a:off x="4051212" y="3681882"/>
            <a:ext cx="2385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rage Sans" panose="02000503040000020003" pitchFamily="2" charset="0"/>
              </a:rPr>
              <a:t>Area </a:t>
            </a:r>
            <a:r>
              <a:rPr lang="en-US" dirty="0" err="1">
                <a:latin typeface="Average Sans" panose="02000503040000020003" pitchFamily="2" charset="0"/>
              </a:rPr>
              <a:t>gagal</a:t>
            </a:r>
            <a:r>
              <a:rPr lang="en-US" dirty="0">
                <a:latin typeface="Average Sans" panose="02000503040000020003" pitchFamily="2" charset="0"/>
              </a:rPr>
              <a:t> </a:t>
            </a:r>
            <a:r>
              <a:rPr lang="en-US" dirty="0" err="1">
                <a:latin typeface="Average Sans" panose="02000503040000020003" pitchFamily="2" charset="0"/>
              </a:rPr>
              <a:t>menolak</a:t>
            </a:r>
            <a:r>
              <a:rPr lang="en-US" dirty="0">
                <a:latin typeface="Average Sans" panose="02000503040000020003" pitchFamily="2" charset="0"/>
              </a:rPr>
              <a:t> Ho</a:t>
            </a:r>
            <a:endParaRPr lang="en-ID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E48EB03-52EB-C0AD-1D00-FF3B5AB0F7B0}"/>
              </a:ext>
            </a:extLst>
          </p:cNvPr>
          <p:cNvCxnSpPr>
            <a:cxnSpLocks/>
          </p:cNvCxnSpPr>
          <p:nvPr/>
        </p:nvCxnSpPr>
        <p:spPr>
          <a:xfrm flipH="1">
            <a:off x="4473447" y="4132961"/>
            <a:ext cx="186804" cy="905520"/>
          </a:xfrm>
          <a:prstGeom prst="line">
            <a:avLst/>
          </a:prstGeom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BA77796-F4FB-EEB5-EFA0-F93F134DF42D}"/>
              </a:ext>
            </a:extLst>
          </p:cNvPr>
          <p:cNvSpPr/>
          <p:nvPr/>
        </p:nvSpPr>
        <p:spPr>
          <a:xfrm rot="822361">
            <a:off x="5317957" y="6059327"/>
            <a:ext cx="408693" cy="641446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464" h="755650">
                <a:moveTo>
                  <a:pt x="0" y="0"/>
                </a:moveTo>
                <a:cubicBezTo>
                  <a:pt x="32706" y="195791"/>
                  <a:pt x="451444" y="8996"/>
                  <a:pt x="489756" y="95250"/>
                </a:cubicBezTo>
                <a:cubicBezTo>
                  <a:pt x="528068" y="181504"/>
                  <a:pt x="257523" y="407458"/>
                  <a:pt x="229872" y="517525"/>
                </a:cubicBezTo>
                <a:cubicBezTo>
                  <a:pt x="202221" y="627592"/>
                  <a:pt x="323850" y="755650"/>
                  <a:pt x="323850" y="755650"/>
                </a:cubicBezTo>
                <a:lnTo>
                  <a:pt x="323850" y="755650"/>
                </a:lnTo>
              </a:path>
            </a:pathLst>
          </a:custGeom>
          <a:noFill/>
          <a:ln w="6350">
            <a:headEnd type="oval" w="sm" len="sm"/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9A4086-AC5A-CBFE-C394-D557E0CA5208}"/>
              </a:ext>
            </a:extLst>
          </p:cNvPr>
          <p:cNvSpPr txBox="1"/>
          <p:nvPr/>
        </p:nvSpPr>
        <p:spPr>
          <a:xfrm>
            <a:off x="5538843" y="6460460"/>
            <a:ext cx="898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verage Sans" panose="02000503040000020003" pitchFamily="2" charset="0"/>
              </a:rPr>
              <a:t>Titik</a:t>
            </a:r>
            <a:r>
              <a:rPr lang="en-US" sz="1400" dirty="0">
                <a:latin typeface="Average Sans" panose="02000503040000020003" pitchFamily="2" charset="0"/>
              </a:rPr>
              <a:t> </a:t>
            </a:r>
            <a:r>
              <a:rPr lang="en-US" sz="1400" dirty="0" err="1">
                <a:latin typeface="Average Sans" panose="02000503040000020003" pitchFamily="2" charset="0"/>
              </a:rPr>
              <a:t>kritis</a:t>
            </a:r>
            <a:endParaRPr lang="en-ID" sz="1400" dirty="0">
              <a:latin typeface="Average Sans" panose="02000503040000020003" pitchFamily="2" charset="0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33BD67EC-FB9E-F42A-5431-24C8A580C3A5}"/>
              </a:ext>
            </a:extLst>
          </p:cNvPr>
          <p:cNvSpPr/>
          <p:nvPr/>
        </p:nvSpPr>
        <p:spPr>
          <a:xfrm rot="822361">
            <a:off x="8219583" y="6053946"/>
            <a:ext cx="408693" cy="641446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464" h="755650">
                <a:moveTo>
                  <a:pt x="0" y="0"/>
                </a:moveTo>
                <a:cubicBezTo>
                  <a:pt x="32706" y="195791"/>
                  <a:pt x="451444" y="8996"/>
                  <a:pt x="489756" y="95250"/>
                </a:cubicBezTo>
                <a:cubicBezTo>
                  <a:pt x="528068" y="181504"/>
                  <a:pt x="257523" y="407458"/>
                  <a:pt x="229872" y="517525"/>
                </a:cubicBezTo>
                <a:cubicBezTo>
                  <a:pt x="202221" y="627592"/>
                  <a:pt x="323850" y="755650"/>
                  <a:pt x="323850" y="755650"/>
                </a:cubicBezTo>
                <a:lnTo>
                  <a:pt x="323850" y="755650"/>
                </a:lnTo>
              </a:path>
            </a:pathLst>
          </a:custGeom>
          <a:noFill/>
          <a:ln w="6350">
            <a:headEnd type="oval" w="sm" len="sm"/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0C472C1-1097-F80A-3A4A-0BC491E62EE9}"/>
              </a:ext>
            </a:extLst>
          </p:cNvPr>
          <p:cNvSpPr txBox="1"/>
          <p:nvPr/>
        </p:nvSpPr>
        <p:spPr>
          <a:xfrm>
            <a:off x="8421660" y="6432282"/>
            <a:ext cx="898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verage Sans" panose="02000503040000020003" pitchFamily="2" charset="0"/>
              </a:rPr>
              <a:t>Titik</a:t>
            </a:r>
            <a:r>
              <a:rPr lang="en-US" sz="1400" dirty="0">
                <a:latin typeface="Average Sans" panose="02000503040000020003" pitchFamily="2" charset="0"/>
              </a:rPr>
              <a:t> </a:t>
            </a:r>
            <a:r>
              <a:rPr lang="en-US" sz="1400" dirty="0" err="1">
                <a:latin typeface="Average Sans" panose="02000503040000020003" pitchFamily="2" charset="0"/>
              </a:rPr>
              <a:t>kritis</a:t>
            </a:r>
            <a:endParaRPr lang="en-ID" sz="1400" dirty="0">
              <a:latin typeface="Average Sans" panose="02000503040000020003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C83DCB-4047-842B-9624-5CF878B72148}"/>
              </a:ext>
            </a:extLst>
          </p:cNvPr>
          <p:cNvSpPr txBox="1"/>
          <p:nvPr/>
        </p:nvSpPr>
        <p:spPr>
          <a:xfrm>
            <a:off x="7024094" y="4475607"/>
            <a:ext cx="2047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rage Sans" panose="02000503040000020003" pitchFamily="2" charset="0"/>
              </a:rPr>
              <a:t>Area </a:t>
            </a:r>
            <a:r>
              <a:rPr lang="en-US" dirty="0" err="1">
                <a:latin typeface="Average Sans" panose="02000503040000020003" pitchFamily="2" charset="0"/>
              </a:rPr>
              <a:t>penolakan</a:t>
            </a:r>
            <a:r>
              <a:rPr lang="en-US" dirty="0">
                <a:latin typeface="Average Sans" panose="02000503040000020003" pitchFamily="2" charset="0"/>
              </a:rPr>
              <a:t> Ho</a:t>
            </a:r>
            <a:endParaRPr lang="en-ID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5640183-A5EF-A241-BBF0-7DA8D0B48E96}"/>
              </a:ext>
            </a:extLst>
          </p:cNvPr>
          <p:cNvCxnSpPr>
            <a:cxnSpLocks/>
          </p:cNvCxnSpPr>
          <p:nvPr/>
        </p:nvCxnSpPr>
        <p:spPr>
          <a:xfrm flipH="1">
            <a:off x="10099224" y="4215875"/>
            <a:ext cx="186804" cy="905520"/>
          </a:xfrm>
          <a:prstGeom prst="line">
            <a:avLst/>
          </a:prstGeom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82E5B16-8A4F-4F72-68A9-2D0FC7C060BA}"/>
              </a:ext>
            </a:extLst>
          </p:cNvPr>
          <p:cNvSpPr txBox="1"/>
          <p:nvPr/>
        </p:nvSpPr>
        <p:spPr>
          <a:xfrm>
            <a:off x="4248473" y="-130529"/>
            <a:ext cx="2430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verage Sans" panose="02000503040000020003" pitchFamily="2" charset="0"/>
              </a:rPr>
              <a:t>(a) </a:t>
            </a:r>
            <a:r>
              <a:rPr lang="en-US" b="1" i="1" dirty="0">
                <a:latin typeface="Average Sans" panose="02000503040000020003" pitchFamily="2" charset="0"/>
              </a:rPr>
              <a:t>Two tailed test</a:t>
            </a:r>
            <a:endParaRPr lang="en-ID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6E3E8F-8060-8716-E2B7-5B62D3DFECD0}"/>
              </a:ext>
            </a:extLst>
          </p:cNvPr>
          <p:cNvSpPr txBox="1"/>
          <p:nvPr/>
        </p:nvSpPr>
        <p:spPr>
          <a:xfrm>
            <a:off x="7382286" y="3575560"/>
            <a:ext cx="2430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verage Sans" panose="02000503040000020003" pitchFamily="2" charset="0"/>
              </a:rPr>
              <a:t>(c) </a:t>
            </a:r>
            <a:r>
              <a:rPr lang="en-US" b="1" i="1" dirty="0">
                <a:latin typeface="Average Sans" panose="02000503040000020003" pitchFamily="2" charset="0"/>
              </a:rPr>
              <a:t>Left tailed test</a:t>
            </a:r>
            <a:endParaRPr lang="en-ID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00F04F-63B6-0108-6A6A-6A8495BBF58B}"/>
              </a:ext>
            </a:extLst>
          </p:cNvPr>
          <p:cNvSpPr txBox="1"/>
          <p:nvPr/>
        </p:nvSpPr>
        <p:spPr>
          <a:xfrm>
            <a:off x="2018716" y="3560394"/>
            <a:ext cx="2430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verage Sans" panose="02000503040000020003" pitchFamily="2" charset="0"/>
              </a:rPr>
              <a:t>(b) </a:t>
            </a:r>
            <a:r>
              <a:rPr lang="en-US" b="1" i="1" dirty="0">
                <a:latin typeface="Average Sans" panose="02000503040000020003" pitchFamily="2" charset="0"/>
              </a:rPr>
              <a:t>Right tailed test </a:t>
            </a:r>
            <a:endParaRPr lang="en-ID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B2331C-1BE5-49C2-B904-A542F15378CF}"/>
              </a:ext>
            </a:extLst>
          </p:cNvPr>
          <p:cNvSpPr txBox="1"/>
          <p:nvPr/>
        </p:nvSpPr>
        <p:spPr>
          <a:xfrm>
            <a:off x="4948071" y="4466198"/>
            <a:ext cx="20478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Average Sans" panose="02000503040000020003" pitchFamily="2" charset="0"/>
              </a:rPr>
              <a:t>Wilayah </a:t>
            </a:r>
            <a:r>
              <a:rPr lang="en-US" b="1" u="sng" dirty="0" err="1">
                <a:latin typeface="Average Sans" panose="02000503040000020003" pitchFamily="2" charset="0"/>
              </a:rPr>
              <a:t>kritis</a:t>
            </a:r>
            <a:r>
              <a:rPr lang="en-US" u="sng" dirty="0">
                <a:latin typeface="Average Sans" panose="02000503040000020003" pitchFamily="2" charset="0"/>
              </a:rPr>
              <a:t> </a:t>
            </a:r>
          </a:p>
          <a:p>
            <a:r>
              <a:rPr lang="en-US" dirty="0">
                <a:latin typeface="Average Sans" panose="02000503040000020003" pitchFamily="2" charset="0"/>
              </a:rPr>
              <a:t>area </a:t>
            </a:r>
            <a:r>
              <a:rPr lang="en-US" dirty="0" err="1">
                <a:latin typeface="Average Sans" panose="02000503040000020003" pitchFamily="2" charset="0"/>
              </a:rPr>
              <a:t>penolakan</a:t>
            </a:r>
            <a:r>
              <a:rPr lang="en-US" dirty="0">
                <a:latin typeface="Average Sans" panose="02000503040000020003" pitchFamily="2" charset="0"/>
              </a:rPr>
              <a:t> Ho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6116B-40E4-188D-6D50-B2ECFD472C16}"/>
              </a:ext>
            </a:extLst>
          </p:cNvPr>
          <p:cNvSpPr txBox="1"/>
          <p:nvPr/>
        </p:nvSpPr>
        <p:spPr>
          <a:xfrm>
            <a:off x="10099224" y="3592275"/>
            <a:ext cx="20478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Average Sans" panose="02000503040000020003" pitchFamily="2" charset="0"/>
              </a:rPr>
              <a:t>Wilayah </a:t>
            </a:r>
            <a:r>
              <a:rPr lang="en-US" b="1" u="sng" dirty="0" err="1">
                <a:latin typeface="Average Sans" panose="02000503040000020003" pitchFamily="2" charset="0"/>
              </a:rPr>
              <a:t>kritis</a:t>
            </a:r>
            <a:r>
              <a:rPr lang="en-US" u="sng" dirty="0">
                <a:latin typeface="Average Sans" panose="02000503040000020003" pitchFamily="2" charset="0"/>
              </a:rPr>
              <a:t> </a:t>
            </a:r>
          </a:p>
          <a:p>
            <a:r>
              <a:rPr lang="en-US" dirty="0">
                <a:latin typeface="Average Sans" panose="02000503040000020003" pitchFamily="2" charset="0"/>
              </a:rPr>
              <a:t>area </a:t>
            </a:r>
            <a:r>
              <a:rPr lang="en-US" dirty="0" err="1">
                <a:latin typeface="Average Sans" panose="02000503040000020003" pitchFamily="2" charset="0"/>
              </a:rPr>
              <a:t>penolakan</a:t>
            </a:r>
            <a:r>
              <a:rPr lang="en-US" dirty="0">
                <a:latin typeface="Average Sans" panose="02000503040000020003" pitchFamily="2" charset="0"/>
              </a:rPr>
              <a:t> Ho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44962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0948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0D33632-640A-8829-71E4-7E7721C9A14F}"/>
              </a:ext>
            </a:extLst>
          </p:cNvPr>
          <p:cNvSpPr/>
          <p:nvPr/>
        </p:nvSpPr>
        <p:spPr>
          <a:xfrm>
            <a:off x="2712403" y="148014"/>
            <a:ext cx="7751217" cy="3209549"/>
          </a:xfrm>
          <a:custGeom>
            <a:avLst/>
            <a:gdLst>
              <a:gd name="connsiteX0" fmla="*/ 0 w 2832847"/>
              <a:gd name="connsiteY0" fmla="*/ 609602 h 609602"/>
              <a:gd name="connsiteX1" fmla="*/ 1246094 w 2832847"/>
              <a:gd name="connsiteY1" fmla="*/ 2 h 609602"/>
              <a:gd name="connsiteX2" fmla="*/ 2832847 w 2832847"/>
              <a:gd name="connsiteY2" fmla="*/ 600637 h 609602"/>
              <a:gd name="connsiteX3" fmla="*/ 2832847 w 2832847"/>
              <a:gd name="connsiteY3" fmla="*/ 600637 h 609602"/>
              <a:gd name="connsiteX0" fmla="*/ 0 w 2832847"/>
              <a:gd name="connsiteY0" fmla="*/ 609602 h 609602"/>
              <a:gd name="connsiteX1" fmla="*/ 1246094 w 2832847"/>
              <a:gd name="connsiteY1" fmla="*/ 2 h 609602"/>
              <a:gd name="connsiteX2" fmla="*/ 2832847 w 2832847"/>
              <a:gd name="connsiteY2" fmla="*/ 600637 h 609602"/>
              <a:gd name="connsiteX3" fmla="*/ 2832847 w 2832847"/>
              <a:gd name="connsiteY3" fmla="*/ 600637 h 609602"/>
              <a:gd name="connsiteX0" fmla="*/ 0 w 2832847"/>
              <a:gd name="connsiteY0" fmla="*/ 995084 h 995084"/>
              <a:gd name="connsiteX1" fmla="*/ 1344706 w 2832847"/>
              <a:gd name="connsiteY1" fmla="*/ 1 h 995084"/>
              <a:gd name="connsiteX2" fmla="*/ 2832847 w 2832847"/>
              <a:gd name="connsiteY2" fmla="*/ 986119 h 995084"/>
              <a:gd name="connsiteX3" fmla="*/ 2832847 w 2832847"/>
              <a:gd name="connsiteY3" fmla="*/ 986119 h 995084"/>
              <a:gd name="connsiteX0" fmla="*/ 0 w 2832847"/>
              <a:gd name="connsiteY0" fmla="*/ 995084 h 995084"/>
              <a:gd name="connsiteX1" fmla="*/ 1344706 w 2832847"/>
              <a:gd name="connsiteY1" fmla="*/ 1 h 995084"/>
              <a:gd name="connsiteX2" fmla="*/ 2832847 w 2832847"/>
              <a:gd name="connsiteY2" fmla="*/ 986119 h 995084"/>
              <a:gd name="connsiteX3" fmla="*/ 1594597 w 2832847"/>
              <a:gd name="connsiteY3" fmla="*/ 933731 h 995084"/>
              <a:gd name="connsiteX0" fmla="*/ 0 w 2832847"/>
              <a:gd name="connsiteY0" fmla="*/ 995084 h 995084"/>
              <a:gd name="connsiteX1" fmla="*/ 1344706 w 2832847"/>
              <a:gd name="connsiteY1" fmla="*/ 1 h 995084"/>
              <a:gd name="connsiteX2" fmla="*/ 2832847 w 2832847"/>
              <a:gd name="connsiteY2" fmla="*/ 986119 h 995084"/>
              <a:gd name="connsiteX3" fmla="*/ 1594597 w 2832847"/>
              <a:gd name="connsiteY3" fmla="*/ 933731 h 995084"/>
              <a:gd name="connsiteX0" fmla="*/ 0 w 2832847"/>
              <a:gd name="connsiteY0" fmla="*/ 995084 h 995084"/>
              <a:gd name="connsiteX1" fmla="*/ 1344706 w 2832847"/>
              <a:gd name="connsiteY1" fmla="*/ 1 h 995084"/>
              <a:gd name="connsiteX2" fmla="*/ 2832847 w 2832847"/>
              <a:gd name="connsiteY2" fmla="*/ 986119 h 995084"/>
              <a:gd name="connsiteX0" fmla="*/ 0 w 2280397"/>
              <a:gd name="connsiteY0" fmla="*/ 995378 h 995378"/>
              <a:gd name="connsiteX1" fmla="*/ 1344706 w 2280397"/>
              <a:gd name="connsiteY1" fmla="*/ 295 h 995378"/>
              <a:gd name="connsiteX2" fmla="*/ 2280397 w 2280397"/>
              <a:gd name="connsiteY2" fmla="*/ 881638 h 995378"/>
              <a:gd name="connsiteX0" fmla="*/ 0 w 2018459"/>
              <a:gd name="connsiteY0" fmla="*/ 1045611 h 1045611"/>
              <a:gd name="connsiteX1" fmla="*/ 1344706 w 2018459"/>
              <a:gd name="connsiteY1" fmla="*/ 50528 h 1045611"/>
              <a:gd name="connsiteX2" fmla="*/ 2018459 w 2018459"/>
              <a:gd name="connsiteY2" fmla="*/ 136534 h 1045611"/>
              <a:gd name="connsiteX0" fmla="*/ 0 w 2018459"/>
              <a:gd name="connsiteY0" fmla="*/ 1032402 h 1032402"/>
              <a:gd name="connsiteX1" fmla="*/ 1344706 w 2018459"/>
              <a:gd name="connsiteY1" fmla="*/ 37319 h 1032402"/>
              <a:gd name="connsiteX2" fmla="*/ 2018459 w 2018459"/>
              <a:gd name="connsiteY2" fmla="*/ 194762 h 1032402"/>
              <a:gd name="connsiteX0" fmla="*/ 0 w 2304209"/>
              <a:gd name="connsiteY0" fmla="*/ 998789 h 998789"/>
              <a:gd name="connsiteX1" fmla="*/ 1344706 w 2304209"/>
              <a:gd name="connsiteY1" fmla="*/ 3706 h 998789"/>
              <a:gd name="connsiteX2" fmla="*/ 2304209 w 2304209"/>
              <a:gd name="connsiteY2" fmla="*/ 637399 h 998789"/>
              <a:gd name="connsiteX0" fmla="*/ 0 w 2380409"/>
              <a:gd name="connsiteY0" fmla="*/ 995781 h 995781"/>
              <a:gd name="connsiteX1" fmla="*/ 1344706 w 2380409"/>
              <a:gd name="connsiteY1" fmla="*/ 698 h 995781"/>
              <a:gd name="connsiteX2" fmla="*/ 2380409 w 2380409"/>
              <a:gd name="connsiteY2" fmla="*/ 824891 h 995781"/>
              <a:gd name="connsiteX0" fmla="*/ 0 w 2380409"/>
              <a:gd name="connsiteY0" fmla="*/ 995781 h 995781"/>
              <a:gd name="connsiteX1" fmla="*/ 1344706 w 2380409"/>
              <a:gd name="connsiteY1" fmla="*/ 698 h 995781"/>
              <a:gd name="connsiteX2" fmla="*/ 2380409 w 2380409"/>
              <a:gd name="connsiteY2" fmla="*/ 824891 h 995781"/>
              <a:gd name="connsiteX0" fmla="*/ 0 w 1344706"/>
              <a:gd name="connsiteY0" fmla="*/ 995083 h 995083"/>
              <a:gd name="connsiteX1" fmla="*/ 1344706 w 1344706"/>
              <a:gd name="connsiteY1" fmla="*/ 0 h 995083"/>
              <a:gd name="connsiteX0" fmla="*/ 0 w 1446677"/>
              <a:gd name="connsiteY0" fmla="*/ 1067623 h 1067623"/>
              <a:gd name="connsiteX1" fmla="*/ 1344706 w 1446677"/>
              <a:gd name="connsiteY1" fmla="*/ 72540 h 1067623"/>
              <a:gd name="connsiteX2" fmla="*/ 1352831 w 1446677"/>
              <a:gd name="connsiteY2" fmla="*/ 76649 h 1067623"/>
              <a:gd name="connsiteX0" fmla="*/ 0 w 2262469"/>
              <a:gd name="connsiteY0" fmla="*/ 998063 h 998063"/>
              <a:gd name="connsiteX1" fmla="*/ 1344706 w 2262469"/>
              <a:gd name="connsiteY1" fmla="*/ 2980 h 998063"/>
              <a:gd name="connsiteX2" fmla="*/ 2262469 w 2262469"/>
              <a:gd name="connsiteY2" fmla="*/ 669077 h 998063"/>
              <a:gd name="connsiteX0" fmla="*/ 0 w 2972081"/>
              <a:gd name="connsiteY0" fmla="*/ 995121 h 1037610"/>
              <a:gd name="connsiteX1" fmla="*/ 1344706 w 2972081"/>
              <a:gd name="connsiteY1" fmla="*/ 38 h 1037610"/>
              <a:gd name="connsiteX2" fmla="*/ 2972081 w 2972081"/>
              <a:gd name="connsiteY2" fmla="*/ 1037610 h 1037610"/>
              <a:gd name="connsiteX0" fmla="*/ 0 w 2972081"/>
              <a:gd name="connsiteY0" fmla="*/ 995121 h 1037610"/>
              <a:gd name="connsiteX1" fmla="*/ 1344706 w 2972081"/>
              <a:gd name="connsiteY1" fmla="*/ 38 h 1037610"/>
              <a:gd name="connsiteX2" fmla="*/ 2972081 w 2972081"/>
              <a:gd name="connsiteY2" fmla="*/ 1037610 h 1037610"/>
              <a:gd name="connsiteX0" fmla="*/ 0 w 2972081"/>
              <a:gd name="connsiteY0" fmla="*/ 995121 h 1037610"/>
              <a:gd name="connsiteX1" fmla="*/ 1344706 w 2972081"/>
              <a:gd name="connsiteY1" fmla="*/ 38 h 1037610"/>
              <a:gd name="connsiteX2" fmla="*/ 2972081 w 2972081"/>
              <a:gd name="connsiteY2" fmla="*/ 1037610 h 1037610"/>
              <a:gd name="connsiteX0" fmla="*/ 0 w 2791106"/>
              <a:gd name="connsiteY0" fmla="*/ 995438 h 995438"/>
              <a:gd name="connsiteX1" fmla="*/ 1344706 w 2791106"/>
              <a:gd name="connsiteY1" fmla="*/ 355 h 995438"/>
              <a:gd name="connsiteX2" fmla="*/ 2791106 w 2791106"/>
              <a:gd name="connsiteY2" fmla="*/ 871239 h 995438"/>
              <a:gd name="connsiteX0" fmla="*/ 0 w 2895881"/>
              <a:gd name="connsiteY0" fmla="*/ 995130 h 1042381"/>
              <a:gd name="connsiteX1" fmla="*/ 1344706 w 2895881"/>
              <a:gd name="connsiteY1" fmla="*/ 47 h 1042381"/>
              <a:gd name="connsiteX2" fmla="*/ 2895881 w 2895881"/>
              <a:gd name="connsiteY2" fmla="*/ 1042381 h 1042381"/>
              <a:gd name="connsiteX0" fmla="*/ 0 w 2895881"/>
              <a:gd name="connsiteY0" fmla="*/ 995130 h 1042381"/>
              <a:gd name="connsiteX1" fmla="*/ 1344706 w 2895881"/>
              <a:gd name="connsiteY1" fmla="*/ 47 h 1042381"/>
              <a:gd name="connsiteX2" fmla="*/ 2895881 w 2895881"/>
              <a:gd name="connsiteY2" fmla="*/ 1042381 h 1042381"/>
              <a:gd name="connsiteX0" fmla="*/ 0 w 2898199"/>
              <a:gd name="connsiteY0" fmla="*/ 995130 h 1042381"/>
              <a:gd name="connsiteX1" fmla="*/ 1344706 w 2898199"/>
              <a:gd name="connsiteY1" fmla="*/ 47 h 1042381"/>
              <a:gd name="connsiteX2" fmla="*/ 2895881 w 2898199"/>
              <a:gd name="connsiteY2" fmla="*/ 1042381 h 1042381"/>
              <a:gd name="connsiteX0" fmla="*/ 0 w 2895881"/>
              <a:gd name="connsiteY0" fmla="*/ 995130 h 1042381"/>
              <a:gd name="connsiteX1" fmla="*/ 1344706 w 2895881"/>
              <a:gd name="connsiteY1" fmla="*/ 47 h 1042381"/>
              <a:gd name="connsiteX2" fmla="*/ 2895881 w 2895881"/>
              <a:gd name="connsiteY2" fmla="*/ 1042381 h 1042381"/>
              <a:gd name="connsiteX0" fmla="*/ 0 w 2895881"/>
              <a:gd name="connsiteY0" fmla="*/ 995130 h 1042381"/>
              <a:gd name="connsiteX1" fmla="*/ 1344706 w 2895881"/>
              <a:gd name="connsiteY1" fmla="*/ 47 h 1042381"/>
              <a:gd name="connsiteX2" fmla="*/ 2895881 w 2895881"/>
              <a:gd name="connsiteY2" fmla="*/ 1042381 h 1042381"/>
              <a:gd name="connsiteX0" fmla="*/ 0 w 2895881"/>
              <a:gd name="connsiteY0" fmla="*/ 995130 h 1042381"/>
              <a:gd name="connsiteX1" fmla="*/ 1344706 w 2895881"/>
              <a:gd name="connsiteY1" fmla="*/ 47 h 1042381"/>
              <a:gd name="connsiteX2" fmla="*/ 2895881 w 2895881"/>
              <a:gd name="connsiteY2" fmla="*/ 1042381 h 1042381"/>
              <a:gd name="connsiteX0" fmla="*/ 0 w 2895881"/>
              <a:gd name="connsiteY0" fmla="*/ 995130 h 1042381"/>
              <a:gd name="connsiteX1" fmla="*/ 1344706 w 2895881"/>
              <a:gd name="connsiteY1" fmla="*/ 47 h 1042381"/>
              <a:gd name="connsiteX2" fmla="*/ 2895881 w 2895881"/>
              <a:gd name="connsiteY2" fmla="*/ 1042381 h 1042381"/>
              <a:gd name="connsiteX0" fmla="*/ 0 w 2710144"/>
              <a:gd name="connsiteY0" fmla="*/ 995130 h 1042381"/>
              <a:gd name="connsiteX1" fmla="*/ 1344706 w 2710144"/>
              <a:gd name="connsiteY1" fmla="*/ 47 h 1042381"/>
              <a:gd name="connsiteX2" fmla="*/ 2710144 w 2710144"/>
              <a:gd name="connsiteY2" fmla="*/ 1042381 h 1042381"/>
              <a:gd name="connsiteX0" fmla="*/ 0 w 2871509"/>
              <a:gd name="connsiteY0" fmla="*/ 995130 h 1042381"/>
              <a:gd name="connsiteX1" fmla="*/ 1344706 w 2871509"/>
              <a:gd name="connsiteY1" fmla="*/ 47 h 1042381"/>
              <a:gd name="connsiteX2" fmla="*/ 2871509 w 2871509"/>
              <a:gd name="connsiteY2" fmla="*/ 1042381 h 1042381"/>
              <a:gd name="connsiteX0" fmla="*/ 0 w 2871509"/>
              <a:gd name="connsiteY0" fmla="*/ 995130 h 1042381"/>
              <a:gd name="connsiteX1" fmla="*/ 1344706 w 2871509"/>
              <a:gd name="connsiteY1" fmla="*/ 47 h 1042381"/>
              <a:gd name="connsiteX2" fmla="*/ 2871509 w 2871509"/>
              <a:gd name="connsiteY2" fmla="*/ 1042381 h 1042381"/>
              <a:gd name="connsiteX0" fmla="*/ 0 w 2865159"/>
              <a:gd name="connsiteY0" fmla="*/ 995085 h 1004236"/>
              <a:gd name="connsiteX1" fmla="*/ 1344706 w 2865159"/>
              <a:gd name="connsiteY1" fmla="*/ 2 h 1004236"/>
              <a:gd name="connsiteX2" fmla="*/ 2865159 w 2865159"/>
              <a:gd name="connsiteY2" fmla="*/ 1004236 h 1004236"/>
              <a:gd name="connsiteX0" fmla="*/ 0 w 2871509"/>
              <a:gd name="connsiteY0" fmla="*/ 995099 h 1023300"/>
              <a:gd name="connsiteX1" fmla="*/ 1344706 w 2871509"/>
              <a:gd name="connsiteY1" fmla="*/ 16 h 1023300"/>
              <a:gd name="connsiteX2" fmla="*/ 2871509 w 2871509"/>
              <a:gd name="connsiteY2" fmla="*/ 1023300 h 1023300"/>
              <a:gd name="connsiteX0" fmla="*/ 0 w 2871509"/>
              <a:gd name="connsiteY0" fmla="*/ 995099 h 1023300"/>
              <a:gd name="connsiteX1" fmla="*/ 1344706 w 2871509"/>
              <a:gd name="connsiteY1" fmla="*/ 16 h 1023300"/>
              <a:gd name="connsiteX2" fmla="*/ 2871509 w 2871509"/>
              <a:gd name="connsiteY2" fmla="*/ 1023300 h 1023300"/>
              <a:gd name="connsiteX0" fmla="*/ 105668 w 2977177"/>
              <a:gd name="connsiteY0" fmla="*/ 995147 h 1052000"/>
              <a:gd name="connsiteX1" fmla="*/ 97914 w 2977177"/>
              <a:gd name="connsiteY1" fmla="*/ 973011 h 1052000"/>
              <a:gd name="connsiteX2" fmla="*/ 1450374 w 2977177"/>
              <a:gd name="connsiteY2" fmla="*/ 64 h 1052000"/>
              <a:gd name="connsiteX3" fmla="*/ 2977177 w 2977177"/>
              <a:gd name="connsiteY3" fmla="*/ 1023348 h 1052000"/>
              <a:gd name="connsiteX0" fmla="*/ 96254 w 2980463"/>
              <a:gd name="connsiteY0" fmla="*/ 1128497 h 1128497"/>
              <a:gd name="connsiteX1" fmla="*/ 101200 w 2980463"/>
              <a:gd name="connsiteY1" fmla="*/ 973011 h 1128497"/>
              <a:gd name="connsiteX2" fmla="*/ 1453660 w 2980463"/>
              <a:gd name="connsiteY2" fmla="*/ 64 h 1128497"/>
              <a:gd name="connsiteX3" fmla="*/ 2980463 w 2980463"/>
              <a:gd name="connsiteY3" fmla="*/ 1023348 h 1128497"/>
              <a:gd name="connsiteX0" fmla="*/ 90934 w 2975143"/>
              <a:gd name="connsiteY0" fmla="*/ 1128499 h 1142598"/>
              <a:gd name="connsiteX1" fmla="*/ 108580 w 2975143"/>
              <a:gd name="connsiteY1" fmla="*/ 1131763 h 1142598"/>
              <a:gd name="connsiteX2" fmla="*/ 95880 w 2975143"/>
              <a:gd name="connsiteY2" fmla="*/ 973013 h 1142598"/>
              <a:gd name="connsiteX3" fmla="*/ 1448340 w 2975143"/>
              <a:gd name="connsiteY3" fmla="*/ 66 h 1142598"/>
              <a:gd name="connsiteX4" fmla="*/ 2975143 w 2975143"/>
              <a:gd name="connsiteY4" fmla="*/ 1023350 h 1142598"/>
              <a:gd name="connsiteX0" fmla="*/ 56311 w 2940520"/>
              <a:gd name="connsiteY0" fmla="*/ 1128499 h 1158521"/>
              <a:gd name="connsiteX1" fmla="*/ 296207 w 2940520"/>
              <a:gd name="connsiteY1" fmla="*/ 1150813 h 1158521"/>
              <a:gd name="connsiteX2" fmla="*/ 61257 w 2940520"/>
              <a:gd name="connsiteY2" fmla="*/ 973013 h 1158521"/>
              <a:gd name="connsiteX3" fmla="*/ 1413717 w 2940520"/>
              <a:gd name="connsiteY3" fmla="*/ 66 h 1158521"/>
              <a:gd name="connsiteX4" fmla="*/ 2940520 w 2940520"/>
              <a:gd name="connsiteY4" fmla="*/ 1023350 h 1158521"/>
              <a:gd name="connsiteX0" fmla="*/ 382405 w 3266614"/>
              <a:gd name="connsiteY0" fmla="*/ 1128499 h 1305529"/>
              <a:gd name="connsiteX1" fmla="*/ 1 w 3266614"/>
              <a:gd name="connsiteY1" fmla="*/ 1303213 h 1305529"/>
              <a:gd name="connsiteX2" fmla="*/ 387351 w 3266614"/>
              <a:gd name="connsiteY2" fmla="*/ 973013 h 1305529"/>
              <a:gd name="connsiteX3" fmla="*/ 1739811 w 3266614"/>
              <a:gd name="connsiteY3" fmla="*/ 66 h 1305529"/>
              <a:gd name="connsiteX4" fmla="*/ 3266614 w 3266614"/>
              <a:gd name="connsiteY4" fmla="*/ 1023350 h 1305529"/>
              <a:gd name="connsiteX0" fmla="*/ 3252605 w 3266614"/>
              <a:gd name="connsiteY0" fmla="*/ 1153899 h 1305835"/>
              <a:gd name="connsiteX1" fmla="*/ 1 w 3266614"/>
              <a:gd name="connsiteY1" fmla="*/ 1303213 h 1305835"/>
              <a:gd name="connsiteX2" fmla="*/ 387351 w 3266614"/>
              <a:gd name="connsiteY2" fmla="*/ 973013 h 1305835"/>
              <a:gd name="connsiteX3" fmla="*/ 1739811 w 3266614"/>
              <a:gd name="connsiteY3" fmla="*/ 66 h 1305835"/>
              <a:gd name="connsiteX4" fmla="*/ 3266614 w 3266614"/>
              <a:gd name="connsiteY4" fmla="*/ 1023350 h 1305835"/>
              <a:gd name="connsiteX0" fmla="*/ 2961134 w 2975143"/>
              <a:gd name="connsiteY0" fmla="*/ 1153899 h 1159241"/>
              <a:gd name="connsiteX1" fmla="*/ 108580 w 2975143"/>
              <a:gd name="connsiteY1" fmla="*/ 1144463 h 1159241"/>
              <a:gd name="connsiteX2" fmla="*/ 95880 w 2975143"/>
              <a:gd name="connsiteY2" fmla="*/ 973013 h 1159241"/>
              <a:gd name="connsiteX3" fmla="*/ 1448340 w 2975143"/>
              <a:gd name="connsiteY3" fmla="*/ 66 h 1159241"/>
              <a:gd name="connsiteX4" fmla="*/ 2975143 w 2975143"/>
              <a:gd name="connsiteY4" fmla="*/ 1023350 h 1159241"/>
              <a:gd name="connsiteX0" fmla="*/ 2961714 w 2975723"/>
              <a:gd name="connsiteY0" fmla="*/ 1153899 h 1159241"/>
              <a:gd name="connsiteX1" fmla="*/ 106779 w 2975723"/>
              <a:gd name="connsiteY1" fmla="*/ 1144463 h 1159241"/>
              <a:gd name="connsiteX2" fmla="*/ 96460 w 2975723"/>
              <a:gd name="connsiteY2" fmla="*/ 973013 h 1159241"/>
              <a:gd name="connsiteX3" fmla="*/ 1448920 w 2975723"/>
              <a:gd name="connsiteY3" fmla="*/ 66 h 1159241"/>
              <a:gd name="connsiteX4" fmla="*/ 2975723 w 2975723"/>
              <a:gd name="connsiteY4" fmla="*/ 1023350 h 1159241"/>
              <a:gd name="connsiteX0" fmla="*/ 2961714 w 2975723"/>
              <a:gd name="connsiteY0" fmla="*/ 1153899 h 1153925"/>
              <a:gd name="connsiteX1" fmla="*/ 106779 w 2975723"/>
              <a:gd name="connsiteY1" fmla="*/ 1144463 h 1153925"/>
              <a:gd name="connsiteX2" fmla="*/ 96460 w 2975723"/>
              <a:gd name="connsiteY2" fmla="*/ 973013 h 1153925"/>
              <a:gd name="connsiteX3" fmla="*/ 1448920 w 2975723"/>
              <a:gd name="connsiteY3" fmla="*/ 66 h 1153925"/>
              <a:gd name="connsiteX4" fmla="*/ 2975723 w 2975723"/>
              <a:gd name="connsiteY4" fmla="*/ 1023350 h 1153925"/>
              <a:gd name="connsiteX0" fmla="*/ 2865254 w 2879263"/>
              <a:gd name="connsiteY0" fmla="*/ 1153899 h 1153925"/>
              <a:gd name="connsiteX1" fmla="*/ 10319 w 2879263"/>
              <a:gd name="connsiteY1" fmla="*/ 1144463 h 1153925"/>
              <a:gd name="connsiteX2" fmla="*/ 0 w 2879263"/>
              <a:gd name="connsiteY2" fmla="*/ 973013 h 1153925"/>
              <a:gd name="connsiteX3" fmla="*/ 1352460 w 2879263"/>
              <a:gd name="connsiteY3" fmla="*/ 66 h 1153925"/>
              <a:gd name="connsiteX4" fmla="*/ 2879263 w 2879263"/>
              <a:gd name="connsiteY4" fmla="*/ 1023350 h 1153925"/>
              <a:gd name="connsiteX0" fmla="*/ 2865254 w 2879263"/>
              <a:gd name="connsiteY0" fmla="*/ 1153899 h 1153925"/>
              <a:gd name="connsiteX1" fmla="*/ 3175 w 2879263"/>
              <a:gd name="connsiteY1" fmla="*/ 1144463 h 1153925"/>
              <a:gd name="connsiteX2" fmla="*/ 0 w 2879263"/>
              <a:gd name="connsiteY2" fmla="*/ 973013 h 1153925"/>
              <a:gd name="connsiteX3" fmla="*/ 1352460 w 2879263"/>
              <a:gd name="connsiteY3" fmla="*/ 66 h 1153925"/>
              <a:gd name="connsiteX4" fmla="*/ 2879263 w 2879263"/>
              <a:gd name="connsiteY4" fmla="*/ 1023350 h 1153925"/>
              <a:gd name="connsiteX0" fmla="*/ 2869222 w 2883231"/>
              <a:gd name="connsiteY0" fmla="*/ 1153899 h 1153925"/>
              <a:gd name="connsiteX1" fmla="*/ 0 w 2883231"/>
              <a:gd name="connsiteY1" fmla="*/ 1144463 h 1153925"/>
              <a:gd name="connsiteX2" fmla="*/ 3968 w 2883231"/>
              <a:gd name="connsiteY2" fmla="*/ 973013 h 1153925"/>
              <a:gd name="connsiteX3" fmla="*/ 1356428 w 2883231"/>
              <a:gd name="connsiteY3" fmla="*/ 66 h 1153925"/>
              <a:gd name="connsiteX4" fmla="*/ 2883231 w 2883231"/>
              <a:gd name="connsiteY4" fmla="*/ 1023350 h 1153925"/>
              <a:gd name="connsiteX0" fmla="*/ 2869222 w 2883231"/>
              <a:gd name="connsiteY0" fmla="*/ 1153899 h 1153925"/>
              <a:gd name="connsiteX1" fmla="*/ 0 w 2883231"/>
              <a:gd name="connsiteY1" fmla="*/ 1144463 h 1153925"/>
              <a:gd name="connsiteX2" fmla="*/ 3968 w 2883231"/>
              <a:gd name="connsiteY2" fmla="*/ 973013 h 1153925"/>
              <a:gd name="connsiteX3" fmla="*/ 1356428 w 2883231"/>
              <a:gd name="connsiteY3" fmla="*/ 66 h 1153925"/>
              <a:gd name="connsiteX4" fmla="*/ 2883231 w 2883231"/>
              <a:gd name="connsiteY4" fmla="*/ 1023350 h 1153925"/>
              <a:gd name="connsiteX0" fmla="*/ 2869222 w 2883231"/>
              <a:gd name="connsiteY0" fmla="*/ 1153899 h 1153916"/>
              <a:gd name="connsiteX1" fmla="*/ 0 w 2883231"/>
              <a:gd name="connsiteY1" fmla="*/ 1139701 h 1153916"/>
              <a:gd name="connsiteX2" fmla="*/ 3968 w 2883231"/>
              <a:gd name="connsiteY2" fmla="*/ 973013 h 1153916"/>
              <a:gd name="connsiteX3" fmla="*/ 1356428 w 2883231"/>
              <a:gd name="connsiteY3" fmla="*/ 66 h 1153916"/>
              <a:gd name="connsiteX4" fmla="*/ 2883231 w 2883231"/>
              <a:gd name="connsiteY4" fmla="*/ 1023350 h 1153916"/>
              <a:gd name="connsiteX0" fmla="*/ 2865254 w 2879263"/>
              <a:gd name="connsiteY0" fmla="*/ 1153899 h 1153916"/>
              <a:gd name="connsiteX1" fmla="*/ 7938 w 2879263"/>
              <a:gd name="connsiteY1" fmla="*/ 1139701 h 1153916"/>
              <a:gd name="connsiteX2" fmla="*/ 0 w 2879263"/>
              <a:gd name="connsiteY2" fmla="*/ 973013 h 1153916"/>
              <a:gd name="connsiteX3" fmla="*/ 1352460 w 2879263"/>
              <a:gd name="connsiteY3" fmla="*/ 66 h 1153916"/>
              <a:gd name="connsiteX4" fmla="*/ 2879263 w 2879263"/>
              <a:gd name="connsiteY4" fmla="*/ 1023350 h 1153916"/>
              <a:gd name="connsiteX0" fmla="*/ 2866841 w 2880850"/>
              <a:gd name="connsiteY0" fmla="*/ 1153899 h 1153913"/>
              <a:gd name="connsiteX1" fmla="*/ 0 w 2880850"/>
              <a:gd name="connsiteY1" fmla="*/ 1137319 h 1153913"/>
              <a:gd name="connsiteX2" fmla="*/ 1587 w 2880850"/>
              <a:gd name="connsiteY2" fmla="*/ 973013 h 1153913"/>
              <a:gd name="connsiteX3" fmla="*/ 1354047 w 2880850"/>
              <a:gd name="connsiteY3" fmla="*/ 66 h 1153913"/>
              <a:gd name="connsiteX4" fmla="*/ 2880850 w 2880850"/>
              <a:gd name="connsiteY4" fmla="*/ 1023350 h 1153913"/>
              <a:gd name="connsiteX0" fmla="*/ 2866841 w 2880850"/>
              <a:gd name="connsiteY0" fmla="*/ 1153899 h 1153913"/>
              <a:gd name="connsiteX1" fmla="*/ 0 w 2880850"/>
              <a:gd name="connsiteY1" fmla="*/ 1137319 h 1153913"/>
              <a:gd name="connsiteX2" fmla="*/ 1587 w 2880850"/>
              <a:gd name="connsiteY2" fmla="*/ 973013 h 1153913"/>
              <a:gd name="connsiteX3" fmla="*/ 1354047 w 2880850"/>
              <a:gd name="connsiteY3" fmla="*/ 66 h 1153913"/>
              <a:gd name="connsiteX4" fmla="*/ 2880850 w 2880850"/>
              <a:gd name="connsiteY4" fmla="*/ 1023350 h 1153913"/>
              <a:gd name="connsiteX5" fmla="*/ 2866841 w 2880850"/>
              <a:gd name="connsiteY5" fmla="*/ 1153899 h 1153913"/>
              <a:gd name="connsiteX0" fmla="*/ 2866841 w 2880850"/>
              <a:gd name="connsiteY0" fmla="*/ 1153899 h 1153913"/>
              <a:gd name="connsiteX1" fmla="*/ 0 w 2880850"/>
              <a:gd name="connsiteY1" fmla="*/ 1137319 h 1153913"/>
              <a:gd name="connsiteX2" fmla="*/ 1587 w 2880850"/>
              <a:gd name="connsiteY2" fmla="*/ 973013 h 1153913"/>
              <a:gd name="connsiteX3" fmla="*/ 1354047 w 2880850"/>
              <a:gd name="connsiteY3" fmla="*/ 66 h 1153913"/>
              <a:gd name="connsiteX4" fmla="*/ 2880850 w 2880850"/>
              <a:gd name="connsiteY4" fmla="*/ 1023350 h 1153913"/>
              <a:gd name="connsiteX5" fmla="*/ 2866841 w 2880850"/>
              <a:gd name="connsiteY5" fmla="*/ 1153899 h 1153913"/>
              <a:gd name="connsiteX0" fmla="*/ 2885891 w 2885893"/>
              <a:gd name="connsiteY0" fmla="*/ 1156280 h 1156292"/>
              <a:gd name="connsiteX1" fmla="*/ 0 w 2885893"/>
              <a:gd name="connsiteY1" fmla="*/ 1137319 h 1156292"/>
              <a:gd name="connsiteX2" fmla="*/ 1587 w 2885893"/>
              <a:gd name="connsiteY2" fmla="*/ 973013 h 1156292"/>
              <a:gd name="connsiteX3" fmla="*/ 1354047 w 2885893"/>
              <a:gd name="connsiteY3" fmla="*/ 66 h 1156292"/>
              <a:gd name="connsiteX4" fmla="*/ 2880850 w 2885893"/>
              <a:gd name="connsiteY4" fmla="*/ 1023350 h 1156292"/>
              <a:gd name="connsiteX5" fmla="*/ 2885891 w 2885893"/>
              <a:gd name="connsiteY5" fmla="*/ 1156280 h 1156292"/>
              <a:gd name="connsiteX0" fmla="*/ 2876366 w 2880850"/>
              <a:gd name="connsiteY0" fmla="*/ 1156280 h 1156292"/>
              <a:gd name="connsiteX1" fmla="*/ 0 w 2880850"/>
              <a:gd name="connsiteY1" fmla="*/ 1137319 h 1156292"/>
              <a:gd name="connsiteX2" fmla="*/ 1587 w 2880850"/>
              <a:gd name="connsiteY2" fmla="*/ 973013 h 1156292"/>
              <a:gd name="connsiteX3" fmla="*/ 1354047 w 2880850"/>
              <a:gd name="connsiteY3" fmla="*/ 66 h 1156292"/>
              <a:gd name="connsiteX4" fmla="*/ 2880850 w 2880850"/>
              <a:gd name="connsiteY4" fmla="*/ 1023350 h 1156292"/>
              <a:gd name="connsiteX5" fmla="*/ 2876366 w 2880850"/>
              <a:gd name="connsiteY5" fmla="*/ 1156280 h 1156292"/>
              <a:gd name="connsiteX0" fmla="*/ 2885891 w 2885893"/>
              <a:gd name="connsiteY0" fmla="*/ 1156280 h 1156292"/>
              <a:gd name="connsiteX1" fmla="*/ 0 w 2885893"/>
              <a:gd name="connsiteY1" fmla="*/ 1137319 h 1156292"/>
              <a:gd name="connsiteX2" fmla="*/ 1587 w 2885893"/>
              <a:gd name="connsiteY2" fmla="*/ 973013 h 1156292"/>
              <a:gd name="connsiteX3" fmla="*/ 1354047 w 2885893"/>
              <a:gd name="connsiteY3" fmla="*/ 66 h 1156292"/>
              <a:gd name="connsiteX4" fmla="*/ 2880850 w 2885893"/>
              <a:gd name="connsiteY4" fmla="*/ 1023350 h 1156292"/>
              <a:gd name="connsiteX5" fmla="*/ 2885891 w 2885893"/>
              <a:gd name="connsiteY5" fmla="*/ 1156280 h 1156292"/>
              <a:gd name="connsiteX0" fmla="*/ 2881128 w 2881130"/>
              <a:gd name="connsiteY0" fmla="*/ 1156280 h 1156292"/>
              <a:gd name="connsiteX1" fmla="*/ 0 w 2881130"/>
              <a:gd name="connsiteY1" fmla="*/ 1137319 h 1156292"/>
              <a:gd name="connsiteX2" fmla="*/ 1587 w 2881130"/>
              <a:gd name="connsiteY2" fmla="*/ 973013 h 1156292"/>
              <a:gd name="connsiteX3" fmla="*/ 1354047 w 2881130"/>
              <a:gd name="connsiteY3" fmla="*/ 66 h 1156292"/>
              <a:gd name="connsiteX4" fmla="*/ 2880850 w 2881130"/>
              <a:gd name="connsiteY4" fmla="*/ 1023350 h 1156292"/>
              <a:gd name="connsiteX5" fmla="*/ 2881128 w 2881130"/>
              <a:gd name="connsiteY5" fmla="*/ 1156280 h 1156292"/>
              <a:gd name="connsiteX0" fmla="*/ 2884304 w 2884306"/>
              <a:gd name="connsiteY0" fmla="*/ 1156224 h 1156236"/>
              <a:gd name="connsiteX1" fmla="*/ 3176 w 2884306"/>
              <a:gd name="connsiteY1" fmla="*/ 1137263 h 1156236"/>
              <a:gd name="connsiteX2" fmla="*/ 0 w 2884306"/>
              <a:gd name="connsiteY2" fmla="*/ 1003914 h 1156236"/>
              <a:gd name="connsiteX3" fmla="*/ 1357223 w 2884306"/>
              <a:gd name="connsiteY3" fmla="*/ 10 h 1156236"/>
              <a:gd name="connsiteX4" fmla="*/ 2884026 w 2884306"/>
              <a:gd name="connsiteY4" fmla="*/ 1023294 h 1156236"/>
              <a:gd name="connsiteX5" fmla="*/ 2884304 w 2884306"/>
              <a:gd name="connsiteY5" fmla="*/ 1156224 h 1156236"/>
              <a:gd name="connsiteX0" fmla="*/ 2884304 w 2884306"/>
              <a:gd name="connsiteY0" fmla="*/ 1156222 h 1156234"/>
              <a:gd name="connsiteX1" fmla="*/ 3176 w 2884306"/>
              <a:gd name="connsiteY1" fmla="*/ 1137261 h 1156234"/>
              <a:gd name="connsiteX2" fmla="*/ 0 w 2884306"/>
              <a:gd name="connsiteY2" fmla="*/ 1003912 h 1156234"/>
              <a:gd name="connsiteX3" fmla="*/ 1357223 w 2884306"/>
              <a:gd name="connsiteY3" fmla="*/ 8 h 1156234"/>
              <a:gd name="connsiteX4" fmla="*/ 2884026 w 2884306"/>
              <a:gd name="connsiteY4" fmla="*/ 1023292 h 1156234"/>
              <a:gd name="connsiteX5" fmla="*/ 2884304 w 2884306"/>
              <a:gd name="connsiteY5" fmla="*/ 1156222 h 1156234"/>
              <a:gd name="connsiteX0" fmla="*/ 2884304 w 2884306"/>
              <a:gd name="connsiteY0" fmla="*/ 1156222 h 1156234"/>
              <a:gd name="connsiteX1" fmla="*/ 3176 w 2884306"/>
              <a:gd name="connsiteY1" fmla="*/ 1137261 h 1156234"/>
              <a:gd name="connsiteX2" fmla="*/ 0 w 2884306"/>
              <a:gd name="connsiteY2" fmla="*/ 1003912 h 1156234"/>
              <a:gd name="connsiteX3" fmla="*/ 1357223 w 2884306"/>
              <a:gd name="connsiteY3" fmla="*/ 8 h 1156234"/>
              <a:gd name="connsiteX4" fmla="*/ 2884026 w 2884306"/>
              <a:gd name="connsiteY4" fmla="*/ 1023292 h 1156234"/>
              <a:gd name="connsiteX5" fmla="*/ 2884304 w 2884306"/>
              <a:gd name="connsiteY5" fmla="*/ 1156222 h 1156234"/>
              <a:gd name="connsiteX0" fmla="*/ 3020504 w 3020506"/>
              <a:gd name="connsiteY0" fmla="*/ 1156222 h 1156234"/>
              <a:gd name="connsiteX1" fmla="*/ 139376 w 3020506"/>
              <a:gd name="connsiteY1" fmla="*/ 1137261 h 1156234"/>
              <a:gd name="connsiteX2" fmla="*/ 0 w 3020506"/>
              <a:gd name="connsiteY2" fmla="*/ 1039754 h 1156234"/>
              <a:gd name="connsiteX3" fmla="*/ 1493423 w 3020506"/>
              <a:gd name="connsiteY3" fmla="*/ 8 h 1156234"/>
              <a:gd name="connsiteX4" fmla="*/ 3020226 w 3020506"/>
              <a:gd name="connsiteY4" fmla="*/ 1023292 h 1156234"/>
              <a:gd name="connsiteX5" fmla="*/ 3020504 w 3020506"/>
              <a:gd name="connsiteY5" fmla="*/ 1156222 h 1156234"/>
              <a:gd name="connsiteX0" fmla="*/ 3020504 w 3020506"/>
              <a:gd name="connsiteY0" fmla="*/ 1156222 h 1156234"/>
              <a:gd name="connsiteX1" fmla="*/ 139376 w 3020506"/>
              <a:gd name="connsiteY1" fmla="*/ 1137261 h 1156234"/>
              <a:gd name="connsiteX2" fmla="*/ 0 w 3020506"/>
              <a:gd name="connsiteY2" fmla="*/ 1039754 h 1156234"/>
              <a:gd name="connsiteX3" fmla="*/ 1479086 w 3020506"/>
              <a:gd name="connsiteY3" fmla="*/ 8 h 1156234"/>
              <a:gd name="connsiteX4" fmla="*/ 3020226 w 3020506"/>
              <a:gd name="connsiteY4" fmla="*/ 1023292 h 1156234"/>
              <a:gd name="connsiteX5" fmla="*/ 3020504 w 3020506"/>
              <a:gd name="connsiteY5" fmla="*/ 1156222 h 1156234"/>
              <a:gd name="connsiteX0" fmla="*/ 3020504 w 3020506"/>
              <a:gd name="connsiteY0" fmla="*/ 1156222 h 1156285"/>
              <a:gd name="connsiteX1" fmla="*/ 3176 w 3020506"/>
              <a:gd name="connsiteY1" fmla="*/ 1151598 h 1156285"/>
              <a:gd name="connsiteX2" fmla="*/ 0 w 3020506"/>
              <a:gd name="connsiteY2" fmla="*/ 1039754 h 1156285"/>
              <a:gd name="connsiteX3" fmla="*/ 1479086 w 3020506"/>
              <a:gd name="connsiteY3" fmla="*/ 8 h 1156285"/>
              <a:gd name="connsiteX4" fmla="*/ 3020226 w 3020506"/>
              <a:gd name="connsiteY4" fmla="*/ 1023292 h 1156285"/>
              <a:gd name="connsiteX5" fmla="*/ 3020504 w 3020506"/>
              <a:gd name="connsiteY5" fmla="*/ 1156222 h 1156285"/>
              <a:gd name="connsiteX0" fmla="*/ 3020504 w 3020506"/>
              <a:gd name="connsiteY0" fmla="*/ 1156222 h 1156285"/>
              <a:gd name="connsiteX1" fmla="*/ 3176 w 3020506"/>
              <a:gd name="connsiteY1" fmla="*/ 1151598 h 1156285"/>
              <a:gd name="connsiteX2" fmla="*/ 0 w 3020506"/>
              <a:gd name="connsiteY2" fmla="*/ 1039754 h 1156285"/>
              <a:gd name="connsiteX3" fmla="*/ 1479086 w 3020506"/>
              <a:gd name="connsiteY3" fmla="*/ 8 h 1156285"/>
              <a:gd name="connsiteX4" fmla="*/ 3020226 w 3020506"/>
              <a:gd name="connsiteY4" fmla="*/ 1023292 h 1156285"/>
              <a:gd name="connsiteX5" fmla="*/ 3020504 w 3020506"/>
              <a:gd name="connsiteY5" fmla="*/ 1156222 h 1156285"/>
              <a:gd name="connsiteX0" fmla="*/ 3020504 w 3020506"/>
              <a:gd name="connsiteY0" fmla="*/ 1156222 h 1156285"/>
              <a:gd name="connsiteX1" fmla="*/ 3176 w 3020506"/>
              <a:gd name="connsiteY1" fmla="*/ 1151598 h 1156285"/>
              <a:gd name="connsiteX2" fmla="*/ 0 w 3020506"/>
              <a:gd name="connsiteY2" fmla="*/ 1039754 h 1156285"/>
              <a:gd name="connsiteX3" fmla="*/ 1479086 w 3020506"/>
              <a:gd name="connsiteY3" fmla="*/ 8 h 1156285"/>
              <a:gd name="connsiteX4" fmla="*/ 3015447 w 3020506"/>
              <a:gd name="connsiteY4" fmla="*/ 1056744 h 1156285"/>
              <a:gd name="connsiteX5" fmla="*/ 3020504 w 3020506"/>
              <a:gd name="connsiteY5" fmla="*/ 1156222 h 1156285"/>
              <a:gd name="connsiteX0" fmla="*/ 3020504 w 3020506"/>
              <a:gd name="connsiteY0" fmla="*/ 1156222 h 1156285"/>
              <a:gd name="connsiteX1" fmla="*/ 3176 w 3020506"/>
              <a:gd name="connsiteY1" fmla="*/ 1151598 h 1156285"/>
              <a:gd name="connsiteX2" fmla="*/ 0 w 3020506"/>
              <a:gd name="connsiteY2" fmla="*/ 1039754 h 1156285"/>
              <a:gd name="connsiteX3" fmla="*/ 1479086 w 3020506"/>
              <a:gd name="connsiteY3" fmla="*/ 8 h 1156285"/>
              <a:gd name="connsiteX4" fmla="*/ 3015447 w 3020506"/>
              <a:gd name="connsiteY4" fmla="*/ 1056744 h 1156285"/>
              <a:gd name="connsiteX5" fmla="*/ 3020504 w 3020506"/>
              <a:gd name="connsiteY5" fmla="*/ 1156222 h 1156285"/>
              <a:gd name="connsiteX0" fmla="*/ 3026886 w 3026888"/>
              <a:gd name="connsiteY0" fmla="*/ 1156222 h 1156285"/>
              <a:gd name="connsiteX1" fmla="*/ 0 w 3026888"/>
              <a:gd name="connsiteY1" fmla="*/ 1151598 h 1156285"/>
              <a:gd name="connsiteX2" fmla="*/ 6382 w 3026888"/>
              <a:gd name="connsiteY2" fmla="*/ 1039754 h 1156285"/>
              <a:gd name="connsiteX3" fmla="*/ 1485468 w 3026888"/>
              <a:gd name="connsiteY3" fmla="*/ 8 h 1156285"/>
              <a:gd name="connsiteX4" fmla="*/ 3021829 w 3026888"/>
              <a:gd name="connsiteY4" fmla="*/ 1056744 h 1156285"/>
              <a:gd name="connsiteX5" fmla="*/ 3026886 w 3026888"/>
              <a:gd name="connsiteY5" fmla="*/ 1156222 h 1156285"/>
              <a:gd name="connsiteX0" fmla="*/ 3049178 w 3049180"/>
              <a:gd name="connsiteY0" fmla="*/ 1156222 h 1156285"/>
              <a:gd name="connsiteX1" fmla="*/ 22292 w 3049180"/>
              <a:gd name="connsiteY1" fmla="*/ 1151598 h 1156285"/>
              <a:gd name="connsiteX2" fmla="*/ 0 w 3049180"/>
              <a:gd name="connsiteY2" fmla="*/ 1049312 h 1156285"/>
              <a:gd name="connsiteX3" fmla="*/ 1507760 w 3049180"/>
              <a:gd name="connsiteY3" fmla="*/ 8 h 1156285"/>
              <a:gd name="connsiteX4" fmla="*/ 3044121 w 3049180"/>
              <a:gd name="connsiteY4" fmla="*/ 1056744 h 1156285"/>
              <a:gd name="connsiteX5" fmla="*/ 3049178 w 3049180"/>
              <a:gd name="connsiteY5" fmla="*/ 1156222 h 1156285"/>
              <a:gd name="connsiteX0" fmla="*/ 3050781 w 3050783"/>
              <a:gd name="connsiteY0" fmla="*/ 1156222 h 1156285"/>
              <a:gd name="connsiteX1" fmla="*/ 0 w 3050783"/>
              <a:gd name="connsiteY1" fmla="*/ 1151598 h 1156285"/>
              <a:gd name="connsiteX2" fmla="*/ 1603 w 3050783"/>
              <a:gd name="connsiteY2" fmla="*/ 1049312 h 1156285"/>
              <a:gd name="connsiteX3" fmla="*/ 1509363 w 3050783"/>
              <a:gd name="connsiteY3" fmla="*/ 8 h 1156285"/>
              <a:gd name="connsiteX4" fmla="*/ 3045724 w 3050783"/>
              <a:gd name="connsiteY4" fmla="*/ 1056744 h 1156285"/>
              <a:gd name="connsiteX5" fmla="*/ 3050781 w 3050783"/>
              <a:gd name="connsiteY5" fmla="*/ 1156222 h 1156285"/>
              <a:gd name="connsiteX0" fmla="*/ 3050781 w 3050783"/>
              <a:gd name="connsiteY0" fmla="*/ 1156222 h 1156285"/>
              <a:gd name="connsiteX1" fmla="*/ 0 w 3050783"/>
              <a:gd name="connsiteY1" fmla="*/ 1151598 h 1156285"/>
              <a:gd name="connsiteX2" fmla="*/ 1603 w 3050783"/>
              <a:gd name="connsiteY2" fmla="*/ 1049312 h 1156285"/>
              <a:gd name="connsiteX3" fmla="*/ 1509363 w 3050783"/>
              <a:gd name="connsiteY3" fmla="*/ 8 h 1156285"/>
              <a:gd name="connsiteX4" fmla="*/ 2981208 w 3050783"/>
              <a:gd name="connsiteY4" fmla="*/ 1042407 h 1156285"/>
              <a:gd name="connsiteX5" fmla="*/ 3050781 w 3050783"/>
              <a:gd name="connsiteY5" fmla="*/ 1156222 h 1156285"/>
              <a:gd name="connsiteX0" fmla="*/ 2993433 w 2993435"/>
              <a:gd name="connsiteY0" fmla="*/ 1170559 h 1170571"/>
              <a:gd name="connsiteX1" fmla="*/ 0 w 2993435"/>
              <a:gd name="connsiteY1" fmla="*/ 1151598 h 1170571"/>
              <a:gd name="connsiteX2" fmla="*/ 1603 w 2993435"/>
              <a:gd name="connsiteY2" fmla="*/ 1049312 h 1170571"/>
              <a:gd name="connsiteX3" fmla="*/ 1509363 w 2993435"/>
              <a:gd name="connsiteY3" fmla="*/ 8 h 1170571"/>
              <a:gd name="connsiteX4" fmla="*/ 2981208 w 2993435"/>
              <a:gd name="connsiteY4" fmla="*/ 1042407 h 1170571"/>
              <a:gd name="connsiteX5" fmla="*/ 2993433 w 2993435"/>
              <a:gd name="connsiteY5" fmla="*/ 1170559 h 1170571"/>
              <a:gd name="connsiteX0" fmla="*/ 2989848 w 2989850"/>
              <a:gd name="connsiteY0" fmla="*/ 1163391 h 1163411"/>
              <a:gd name="connsiteX1" fmla="*/ 0 w 2989850"/>
              <a:gd name="connsiteY1" fmla="*/ 1151598 h 1163411"/>
              <a:gd name="connsiteX2" fmla="*/ 1603 w 2989850"/>
              <a:gd name="connsiteY2" fmla="*/ 1049312 h 1163411"/>
              <a:gd name="connsiteX3" fmla="*/ 1509363 w 2989850"/>
              <a:gd name="connsiteY3" fmla="*/ 8 h 1163411"/>
              <a:gd name="connsiteX4" fmla="*/ 2981208 w 2989850"/>
              <a:gd name="connsiteY4" fmla="*/ 1042407 h 1163411"/>
              <a:gd name="connsiteX5" fmla="*/ 2989848 w 2989850"/>
              <a:gd name="connsiteY5" fmla="*/ 1163391 h 1163411"/>
              <a:gd name="connsiteX0" fmla="*/ 2989848 w 2989850"/>
              <a:gd name="connsiteY0" fmla="*/ 1163391 h 1163411"/>
              <a:gd name="connsiteX1" fmla="*/ 0 w 2989850"/>
              <a:gd name="connsiteY1" fmla="*/ 1151598 h 1163411"/>
              <a:gd name="connsiteX2" fmla="*/ 1603 w 2989850"/>
              <a:gd name="connsiteY2" fmla="*/ 1049312 h 1163411"/>
              <a:gd name="connsiteX3" fmla="*/ 1509363 w 2989850"/>
              <a:gd name="connsiteY3" fmla="*/ 8 h 1163411"/>
              <a:gd name="connsiteX4" fmla="*/ 2981208 w 2989850"/>
              <a:gd name="connsiteY4" fmla="*/ 1042407 h 1163411"/>
              <a:gd name="connsiteX5" fmla="*/ 2989848 w 2989850"/>
              <a:gd name="connsiteY5" fmla="*/ 1163391 h 1163411"/>
              <a:gd name="connsiteX0" fmla="*/ 2989848 w 2989850"/>
              <a:gd name="connsiteY0" fmla="*/ 1163391 h 1163411"/>
              <a:gd name="connsiteX1" fmla="*/ 0 w 2989850"/>
              <a:gd name="connsiteY1" fmla="*/ 1151598 h 1163411"/>
              <a:gd name="connsiteX2" fmla="*/ 1603 w 2989850"/>
              <a:gd name="connsiteY2" fmla="*/ 1049312 h 1163411"/>
              <a:gd name="connsiteX3" fmla="*/ 1509363 w 2989850"/>
              <a:gd name="connsiteY3" fmla="*/ 8 h 1163411"/>
              <a:gd name="connsiteX4" fmla="*/ 2981208 w 2989850"/>
              <a:gd name="connsiteY4" fmla="*/ 1042407 h 1163411"/>
              <a:gd name="connsiteX5" fmla="*/ 2989848 w 2989850"/>
              <a:gd name="connsiteY5" fmla="*/ 1163391 h 1163411"/>
              <a:gd name="connsiteX0" fmla="*/ 2989848 w 2989850"/>
              <a:gd name="connsiteY0" fmla="*/ 1163406 h 1163426"/>
              <a:gd name="connsiteX1" fmla="*/ 0 w 2989850"/>
              <a:gd name="connsiteY1" fmla="*/ 1151613 h 1163426"/>
              <a:gd name="connsiteX2" fmla="*/ 1603 w 2989850"/>
              <a:gd name="connsiteY2" fmla="*/ 1049327 h 1163426"/>
              <a:gd name="connsiteX3" fmla="*/ 1509363 w 2989850"/>
              <a:gd name="connsiteY3" fmla="*/ 23 h 1163426"/>
              <a:gd name="connsiteX4" fmla="*/ 2981208 w 2989850"/>
              <a:gd name="connsiteY4" fmla="*/ 1042422 h 1163426"/>
              <a:gd name="connsiteX5" fmla="*/ 2989848 w 2989850"/>
              <a:gd name="connsiteY5" fmla="*/ 1163406 h 1163426"/>
              <a:gd name="connsiteX0" fmla="*/ 2989848 w 2989850"/>
              <a:gd name="connsiteY0" fmla="*/ 1163384 h 1163404"/>
              <a:gd name="connsiteX1" fmla="*/ 0 w 2989850"/>
              <a:gd name="connsiteY1" fmla="*/ 1151591 h 1163404"/>
              <a:gd name="connsiteX2" fmla="*/ 1603 w 2989850"/>
              <a:gd name="connsiteY2" fmla="*/ 1049305 h 1163404"/>
              <a:gd name="connsiteX3" fmla="*/ 1509363 w 2989850"/>
              <a:gd name="connsiteY3" fmla="*/ 1 h 1163404"/>
              <a:gd name="connsiteX4" fmla="*/ 2981208 w 2989850"/>
              <a:gd name="connsiteY4" fmla="*/ 1042400 h 1163404"/>
              <a:gd name="connsiteX5" fmla="*/ 2989848 w 2989850"/>
              <a:gd name="connsiteY5" fmla="*/ 1163384 h 1163404"/>
              <a:gd name="connsiteX0" fmla="*/ 2989848 w 2989850"/>
              <a:gd name="connsiteY0" fmla="*/ 1163384 h 1163404"/>
              <a:gd name="connsiteX1" fmla="*/ 0 w 2989850"/>
              <a:gd name="connsiteY1" fmla="*/ 1151591 h 1163404"/>
              <a:gd name="connsiteX2" fmla="*/ 1603 w 2989850"/>
              <a:gd name="connsiteY2" fmla="*/ 1049305 h 1163404"/>
              <a:gd name="connsiteX3" fmla="*/ 1490823 w 2989850"/>
              <a:gd name="connsiteY3" fmla="*/ 1 h 1163404"/>
              <a:gd name="connsiteX4" fmla="*/ 2981208 w 2989850"/>
              <a:gd name="connsiteY4" fmla="*/ 1042400 h 1163404"/>
              <a:gd name="connsiteX5" fmla="*/ 2989848 w 2989850"/>
              <a:gd name="connsiteY5" fmla="*/ 1163384 h 1163404"/>
              <a:gd name="connsiteX0" fmla="*/ 2989848 w 2989850"/>
              <a:gd name="connsiteY0" fmla="*/ 1163384 h 1163404"/>
              <a:gd name="connsiteX1" fmla="*/ 0 w 2989850"/>
              <a:gd name="connsiteY1" fmla="*/ 1151591 h 1163404"/>
              <a:gd name="connsiteX2" fmla="*/ 1603 w 2989850"/>
              <a:gd name="connsiteY2" fmla="*/ 1049305 h 1163404"/>
              <a:gd name="connsiteX3" fmla="*/ 1490823 w 2989850"/>
              <a:gd name="connsiteY3" fmla="*/ 1 h 1163404"/>
              <a:gd name="connsiteX4" fmla="*/ 2981208 w 2989850"/>
              <a:gd name="connsiteY4" fmla="*/ 1042400 h 1163404"/>
              <a:gd name="connsiteX5" fmla="*/ 2989848 w 2989850"/>
              <a:gd name="connsiteY5" fmla="*/ 1163384 h 1163404"/>
              <a:gd name="connsiteX0" fmla="*/ 3260161 w 3260163"/>
              <a:gd name="connsiteY0" fmla="*/ 1163384 h 1163404"/>
              <a:gd name="connsiteX1" fmla="*/ 270313 w 3260163"/>
              <a:gd name="connsiteY1" fmla="*/ 1151591 h 1163404"/>
              <a:gd name="connsiteX2" fmla="*/ 0 w 3260163"/>
              <a:gd name="connsiteY2" fmla="*/ 1049305 h 1163404"/>
              <a:gd name="connsiteX3" fmla="*/ 1761136 w 3260163"/>
              <a:gd name="connsiteY3" fmla="*/ 1 h 1163404"/>
              <a:gd name="connsiteX4" fmla="*/ 3251521 w 3260163"/>
              <a:gd name="connsiteY4" fmla="*/ 1042400 h 1163404"/>
              <a:gd name="connsiteX5" fmla="*/ 3260161 w 3260163"/>
              <a:gd name="connsiteY5" fmla="*/ 1163384 h 1163404"/>
              <a:gd name="connsiteX0" fmla="*/ 3260161 w 3260163"/>
              <a:gd name="connsiteY0" fmla="*/ 1163384 h 1163404"/>
              <a:gd name="connsiteX1" fmla="*/ 270313 w 3260163"/>
              <a:gd name="connsiteY1" fmla="*/ 1151591 h 1163404"/>
              <a:gd name="connsiteX2" fmla="*/ 0 w 3260163"/>
              <a:gd name="connsiteY2" fmla="*/ 1049305 h 1163404"/>
              <a:gd name="connsiteX3" fmla="*/ 1761136 w 3260163"/>
              <a:gd name="connsiteY3" fmla="*/ 1 h 1163404"/>
              <a:gd name="connsiteX4" fmla="*/ 3251521 w 3260163"/>
              <a:gd name="connsiteY4" fmla="*/ 1042400 h 1163404"/>
              <a:gd name="connsiteX5" fmla="*/ 3260161 w 3260163"/>
              <a:gd name="connsiteY5" fmla="*/ 1163384 h 1163404"/>
              <a:gd name="connsiteX0" fmla="*/ 3260161 w 3560516"/>
              <a:gd name="connsiteY0" fmla="*/ 1163402 h 1163422"/>
              <a:gd name="connsiteX1" fmla="*/ 270313 w 3560516"/>
              <a:gd name="connsiteY1" fmla="*/ 1151609 h 1163422"/>
              <a:gd name="connsiteX2" fmla="*/ 0 w 3560516"/>
              <a:gd name="connsiteY2" fmla="*/ 1049323 h 1163422"/>
              <a:gd name="connsiteX3" fmla="*/ 1761136 w 3560516"/>
              <a:gd name="connsiteY3" fmla="*/ 19 h 1163422"/>
              <a:gd name="connsiteX4" fmla="*/ 3560516 w 3560516"/>
              <a:gd name="connsiteY4" fmla="*/ 1080650 h 1163422"/>
              <a:gd name="connsiteX5" fmla="*/ 3260161 w 3560516"/>
              <a:gd name="connsiteY5" fmla="*/ 1163402 h 1163422"/>
              <a:gd name="connsiteX0" fmla="*/ 3260161 w 3579056"/>
              <a:gd name="connsiteY0" fmla="*/ 1163386 h 1163406"/>
              <a:gd name="connsiteX1" fmla="*/ 270313 w 3579056"/>
              <a:gd name="connsiteY1" fmla="*/ 1151593 h 1163406"/>
              <a:gd name="connsiteX2" fmla="*/ 0 w 3579056"/>
              <a:gd name="connsiteY2" fmla="*/ 1049307 h 1163406"/>
              <a:gd name="connsiteX3" fmla="*/ 1761136 w 3579056"/>
              <a:gd name="connsiteY3" fmla="*/ 3 h 1163406"/>
              <a:gd name="connsiteX4" fmla="*/ 3579056 w 3579056"/>
              <a:gd name="connsiteY4" fmla="*/ 1061518 h 1163406"/>
              <a:gd name="connsiteX5" fmla="*/ 3260161 w 3579056"/>
              <a:gd name="connsiteY5" fmla="*/ 1163386 h 1163406"/>
              <a:gd name="connsiteX0" fmla="*/ 3260161 w 3579056"/>
              <a:gd name="connsiteY0" fmla="*/ 1163386 h 1163406"/>
              <a:gd name="connsiteX1" fmla="*/ 270313 w 3579056"/>
              <a:gd name="connsiteY1" fmla="*/ 1151593 h 1163406"/>
              <a:gd name="connsiteX2" fmla="*/ 0 w 3579056"/>
              <a:gd name="connsiteY2" fmla="*/ 1049307 h 1163406"/>
              <a:gd name="connsiteX3" fmla="*/ 1761136 w 3579056"/>
              <a:gd name="connsiteY3" fmla="*/ 3 h 1163406"/>
              <a:gd name="connsiteX4" fmla="*/ 3579056 w 3579056"/>
              <a:gd name="connsiteY4" fmla="*/ 1061518 h 1163406"/>
              <a:gd name="connsiteX5" fmla="*/ 3260161 w 3579056"/>
              <a:gd name="connsiteY5" fmla="*/ 1163386 h 1163406"/>
              <a:gd name="connsiteX0" fmla="*/ 3260161 w 3579056"/>
              <a:gd name="connsiteY0" fmla="*/ 1163385 h 1163405"/>
              <a:gd name="connsiteX1" fmla="*/ 270313 w 3579056"/>
              <a:gd name="connsiteY1" fmla="*/ 1151592 h 1163405"/>
              <a:gd name="connsiteX2" fmla="*/ 0 w 3579056"/>
              <a:gd name="connsiteY2" fmla="*/ 1049306 h 1163405"/>
              <a:gd name="connsiteX3" fmla="*/ 1761136 w 3579056"/>
              <a:gd name="connsiteY3" fmla="*/ 2 h 1163405"/>
              <a:gd name="connsiteX4" fmla="*/ 3579056 w 3579056"/>
              <a:gd name="connsiteY4" fmla="*/ 1061517 h 1163405"/>
              <a:gd name="connsiteX5" fmla="*/ 3260161 w 3579056"/>
              <a:gd name="connsiteY5" fmla="*/ 1163385 h 1163405"/>
              <a:gd name="connsiteX0" fmla="*/ 3260161 w 3579056"/>
              <a:gd name="connsiteY0" fmla="*/ 1163385 h 1163405"/>
              <a:gd name="connsiteX1" fmla="*/ 270313 w 3579056"/>
              <a:gd name="connsiteY1" fmla="*/ 1151592 h 1163405"/>
              <a:gd name="connsiteX2" fmla="*/ 0 w 3579056"/>
              <a:gd name="connsiteY2" fmla="*/ 1049306 h 1163405"/>
              <a:gd name="connsiteX3" fmla="*/ 1761136 w 3579056"/>
              <a:gd name="connsiteY3" fmla="*/ 2 h 1163405"/>
              <a:gd name="connsiteX4" fmla="*/ 3579056 w 3579056"/>
              <a:gd name="connsiteY4" fmla="*/ 1061517 h 1163405"/>
              <a:gd name="connsiteX5" fmla="*/ 3260161 w 3579056"/>
              <a:gd name="connsiteY5" fmla="*/ 1163385 h 1163405"/>
              <a:gd name="connsiteX0" fmla="*/ 3260161 w 3579056"/>
              <a:gd name="connsiteY0" fmla="*/ 1163385 h 1163405"/>
              <a:gd name="connsiteX1" fmla="*/ 270313 w 3579056"/>
              <a:gd name="connsiteY1" fmla="*/ 1151592 h 1163405"/>
              <a:gd name="connsiteX2" fmla="*/ 0 w 3579056"/>
              <a:gd name="connsiteY2" fmla="*/ 1049306 h 1163405"/>
              <a:gd name="connsiteX3" fmla="*/ 1761136 w 3579056"/>
              <a:gd name="connsiteY3" fmla="*/ 2 h 1163405"/>
              <a:gd name="connsiteX4" fmla="*/ 3579056 w 3579056"/>
              <a:gd name="connsiteY4" fmla="*/ 1061517 h 1163405"/>
              <a:gd name="connsiteX5" fmla="*/ 3260161 w 3579056"/>
              <a:gd name="connsiteY5" fmla="*/ 1163385 h 1163405"/>
              <a:gd name="connsiteX0" fmla="*/ 3260161 w 3579056"/>
              <a:gd name="connsiteY0" fmla="*/ 1163385 h 1163405"/>
              <a:gd name="connsiteX1" fmla="*/ 270313 w 3579056"/>
              <a:gd name="connsiteY1" fmla="*/ 1151592 h 1163405"/>
              <a:gd name="connsiteX2" fmla="*/ 0 w 3579056"/>
              <a:gd name="connsiteY2" fmla="*/ 1049306 h 1163405"/>
              <a:gd name="connsiteX3" fmla="*/ 1792035 w 3579056"/>
              <a:gd name="connsiteY3" fmla="*/ 2 h 1163405"/>
              <a:gd name="connsiteX4" fmla="*/ 3579056 w 3579056"/>
              <a:gd name="connsiteY4" fmla="*/ 1061517 h 1163405"/>
              <a:gd name="connsiteX5" fmla="*/ 3260161 w 3579056"/>
              <a:gd name="connsiteY5" fmla="*/ 1163385 h 1163405"/>
              <a:gd name="connsiteX0" fmla="*/ 3260161 w 3579056"/>
              <a:gd name="connsiteY0" fmla="*/ 1163563 h 1163583"/>
              <a:gd name="connsiteX1" fmla="*/ 270313 w 3579056"/>
              <a:gd name="connsiteY1" fmla="*/ 1151770 h 1163583"/>
              <a:gd name="connsiteX2" fmla="*/ 0 w 3579056"/>
              <a:gd name="connsiteY2" fmla="*/ 1049484 h 1163583"/>
              <a:gd name="connsiteX3" fmla="*/ 1792035 w 3579056"/>
              <a:gd name="connsiteY3" fmla="*/ 180 h 1163583"/>
              <a:gd name="connsiteX4" fmla="*/ 3579056 w 3579056"/>
              <a:gd name="connsiteY4" fmla="*/ 1061695 h 1163583"/>
              <a:gd name="connsiteX5" fmla="*/ 3260161 w 3579056"/>
              <a:gd name="connsiteY5" fmla="*/ 1163563 h 1163583"/>
              <a:gd name="connsiteX0" fmla="*/ 3260161 w 3579056"/>
              <a:gd name="connsiteY0" fmla="*/ 1163563 h 1163583"/>
              <a:gd name="connsiteX1" fmla="*/ 270313 w 3579056"/>
              <a:gd name="connsiteY1" fmla="*/ 1151770 h 1163583"/>
              <a:gd name="connsiteX2" fmla="*/ 0 w 3579056"/>
              <a:gd name="connsiteY2" fmla="*/ 1049484 h 1163583"/>
              <a:gd name="connsiteX3" fmla="*/ 1792035 w 3579056"/>
              <a:gd name="connsiteY3" fmla="*/ 180 h 1163583"/>
              <a:gd name="connsiteX4" fmla="*/ 3579056 w 3579056"/>
              <a:gd name="connsiteY4" fmla="*/ 1061695 h 1163583"/>
              <a:gd name="connsiteX5" fmla="*/ 3260161 w 3579056"/>
              <a:gd name="connsiteY5" fmla="*/ 1163563 h 1163583"/>
              <a:gd name="connsiteX0" fmla="*/ 3600056 w 3600058"/>
              <a:gd name="connsiteY0" fmla="*/ 1158784 h 1158821"/>
              <a:gd name="connsiteX1" fmla="*/ 270313 w 3600058"/>
              <a:gd name="connsiteY1" fmla="*/ 1151770 h 1158821"/>
              <a:gd name="connsiteX2" fmla="*/ 0 w 3600058"/>
              <a:gd name="connsiteY2" fmla="*/ 1049484 h 1158821"/>
              <a:gd name="connsiteX3" fmla="*/ 1792035 w 3600058"/>
              <a:gd name="connsiteY3" fmla="*/ 180 h 1158821"/>
              <a:gd name="connsiteX4" fmla="*/ 3579056 w 3600058"/>
              <a:gd name="connsiteY4" fmla="*/ 1061695 h 1158821"/>
              <a:gd name="connsiteX5" fmla="*/ 3600056 w 3600058"/>
              <a:gd name="connsiteY5" fmla="*/ 1158784 h 1158821"/>
              <a:gd name="connsiteX0" fmla="*/ 3587696 w 3587698"/>
              <a:gd name="connsiteY0" fmla="*/ 1158784 h 1158821"/>
              <a:gd name="connsiteX1" fmla="*/ 270313 w 3587698"/>
              <a:gd name="connsiteY1" fmla="*/ 1151770 h 1158821"/>
              <a:gd name="connsiteX2" fmla="*/ 0 w 3587698"/>
              <a:gd name="connsiteY2" fmla="*/ 1049484 h 1158821"/>
              <a:gd name="connsiteX3" fmla="*/ 1792035 w 3587698"/>
              <a:gd name="connsiteY3" fmla="*/ 180 h 1158821"/>
              <a:gd name="connsiteX4" fmla="*/ 3579056 w 3587698"/>
              <a:gd name="connsiteY4" fmla="*/ 1061695 h 1158821"/>
              <a:gd name="connsiteX5" fmla="*/ 3587696 w 3587698"/>
              <a:gd name="connsiteY5" fmla="*/ 1158784 h 1158821"/>
              <a:gd name="connsiteX0" fmla="*/ 3607839 w 3607840"/>
              <a:gd name="connsiteY0" fmla="*/ 1158784 h 1158963"/>
              <a:gd name="connsiteX1" fmla="*/ 0 w 3607840"/>
              <a:gd name="connsiteY1" fmla="*/ 1156549 h 1158963"/>
              <a:gd name="connsiteX2" fmla="*/ 20143 w 3607840"/>
              <a:gd name="connsiteY2" fmla="*/ 1049484 h 1158963"/>
              <a:gd name="connsiteX3" fmla="*/ 1812178 w 3607840"/>
              <a:gd name="connsiteY3" fmla="*/ 180 h 1158963"/>
              <a:gd name="connsiteX4" fmla="*/ 3599199 w 3607840"/>
              <a:gd name="connsiteY4" fmla="*/ 1061695 h 1158963"/>
              <a:gd name="connsiteX5" fmla="*/ 3607839 w 3607840"/>
              <a:gd name="connsiteY5" fmla="*/ 1158784 h 1158963"/>
              <a:gd name="connsiteX0" fmla="*/ 3607839 w 3607840"/>
              <a:gd name="connsiteY0" fmla="*/ 1158784 h 1158963"/>
              <a:gd name="connsiteX1" fmla="*/ 0 w 3607840"/>
              <a:gd name="connsiteY1" fmla="*/ 1156549 h 1158963"/>
              <a:gd name="connsiteX2" fmla="*/ 20143 w 3607840"/>
              <a:gd name="connsiteY2" fmla="*/ 1049484 h 1158963"/>
              <a:gd name="connsiteX3" fmla="*/ 1812178 w 3607840"/>
              <a:gd name="connsiteY3" fmla="*/ 180 h 1158963"/>
              <a:gd name="connsiteX4" fmla="*/ 3599199 w 3607840"/>
              <a:gd name="connsiteY4" fmla="*/ 1061695 h 1158963"/>
              <a:gd name="connsiteX5" fmla="*/ 3607839 w 3607840"/>
              <a:gd name="connsiteY5" fmla="*/ 1158784 h 1158963"/>
              <a:gd name="connsiteX0" fmla="*/ 3607839 w 3607840"/>
              <a:gd name="connsiteY0" fmla="*/ 1155201 h 1155380"/>
              <a:gd name="connsiteX1" fmla="*/ 0 w 3607840"/>
              <a:gd name="connsiteY1" fmla="*/ 1152966 h 1155380"/>
              <a:gd name="connsiteX2" fmla="*/ 20143 w 3607840"/>
              <a:gd name="connsiteY2" fmla="*/ 1045901 h 1155380"/>
              <a:gd name="connsiteX3" fmla="*/ 1802908 w 3607840"/>
              <a:gd name="connsiteY3" fmla="*/ 181 h 1155380"/>
              <a:gd name="connsiteX4" fmla="*/ 3599199 w 3607840"/>
              <a:gd name="connsiteY4" fmla="*/ 1058112 h 1155380"/>
              <a:gd name="connsiteX5" fmla="*/ 3607839 w 3607840"/>
              <a:gd name="connsiteY5" fmla="*/ 1155201 h 1155380"/>
              <a:gd name="connsiteX0" fmla="*/ 3607839 w 3607840"/>
              <a:gd name="connsiteY0" fmla="*/ 1155964 h 1156143"/>
              <a:gd name="connsiteX1" fmla="*/ 0 w 3607840"/>
              <a:gd name="connsiteY1" fmla="*/ 1153729 h 1156143"/>
              <a:gd name="connsiteX2" fmla="*/ 20143 w 3607840"/>
              <a:gd name="connsiteY2" fmla="*/ 1046664 h 1156143"/>
              <a:gd name="connsiteX3" fmla="*/ 1802908 w 3607840"/>
              <a:gd name="connsiteY3" fmla="*/ 944 h 1156143"/>
              <a:gd name="connsiteX4" fmla="*/ 3599199 w 3607840"/>
              <a:gd name="connsiteY4" fmla="*/ 1058875 h 1156143"/>
              <a:gd name="connsiteX5" fmla="*/ 3607839 w 3607840"/>
              <a:gd name="connsiteY5" fmla="*/ 1155964 h 1156143"/>
              <a:gd name="connsiteX0" fmla="*/ 3607839 w 3607840"/>
              <a:gd name="connsiteY0" fmla="*/ 1155066 h 1155245"/>
              <a:gd name="connsiteX1" fmla="*/ 0 w 3607840"/>
              <a:gd name="connsiteY1" fmla="*/ 1152831 h 1155245"/>
              <a:gd name="connsiteX2" fmla="*/ 20143 w 3607840"/>
              <a:gd name="connsiteY2" fmla="*/ 1045766 h 1155245"/>
              <a:gd name="connsiteX3" fmla="*/ 1802908 w 3607840"/>
              <a:gd name="connsiteY3" fmla="*/ 46 h 1155245"/>
              <a:gd name="connsiteX4" fmla="*/ 3599199 w 3607840"/>
              <a:gd name="connsiteY4" fmla="*/ 1057977 h 1155245"/>
              <a:gd name="connsiteX5" fmla="*/ 3607839 w 3607840"/>
              <a:gd name="connsiteY5" fmla="*/ 1155066 h 1155245"/>
              <a:gd name="connsiteX0" fmla="*/ 3607839 w 3607840"/>
              <a:gd name="connsiteY0" fmla="*/ 1155116 h 1155295"/>
              <a:gd name="connsiteX1" fmla="*/ 0 w 3607840"/>
              <a:gd name="connsiteY1" fmla="*/ 1152881 h 1155295"/>
              <a:gd name="connsiteX2" fmla="*/ 20143 w 3607840"/>
              <a:gd name="connsiteY2" fmla="*/ 1045816 h 1155295"/>
              <a:gd name="connsiteX3" fmla="*/ 1802908 w 3607840"/>
              <a:gd name="connsiteY3" fmla="*/ 96 h 1155295"/>
              <a:gd name="connsiteX4" fmla="*/ 3599199 w 3607840"/>
              <a:gd name="connsiteY4" fmla="*/ 1058027 h 1155295"/>
              <a:gd name="connsiteX5" fmla="*/ 3607839 w 3607840"/>
              <a:gd name="connsiteY5" fmla="*/ 1155116 h 1155295"/>
              <a:gd name="connsiteX0" fmla="*/ 3607839 w 3607840"/>
              <a:gd name="connsiteY0" fmla="*/ 1155060 h 1155239"/>
              <a:gd name="connsiteX1" fmla="*/ 0 w 3607840"/>
              <a:gd name="connsiteY1" fmla="*/ 1152825 h 1155239"/>
              <a:gd name="connsiteX2" fmla="*/ 20143 w 3607840"/>
              <a:gd name="connsiteY2" fmla="*/ 1045760 h 1155239"/>
              <a:gd name="connsiteX3" fmla="*/ 1802908 w 3607840"/>
              <a:gd name="connsiteY3" fmla="*/ 40 h 1155239"/>
              <a:gd name="connsiteX4" fmla="*/ 3599199 w 3607840"/>
              <a:gd name="connsiteY4" fmla="*/ 1057971 h 1155239"/>
              <a:gd name="connsiteX5" fmla="*/ 3607839 w 3607840"/>
              <a:gd name="connsiteY5" fmla="*/ 1155060 h 115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07840" h="1155239">
                <a:moveTo>
                  <a:pt x="3607839" y="1155060"/>
                </a:moveTo>
                <a:cubicBezTo>
                  <a:pt x="3610780" y="1155604"/>
                  <a:pt x="332551" y="1154927"/>
                  <a:pt x="0" y="1152825"/>
                </a:cubicBezTo>
                <a:cubicBezTo>
                  <a:pt x="824" y="1126911"/>
                  <a:pt x="20688" y="1122458"/>
                  <a:pt x="20143" y="1045760"/>
                </a:cubicBezTo>
                <a:cubicBezTo>
                  <a:pt x="1095908" y="997433"/>
                  <a:pt x="1339806" y="-7224"/>
                  <a:pt x="1802908" y="40"/>
                </a:cubicBezTo>
                <a:cubicBezTo>
                  <a:pt x="2277498" y="7484"/>
                  <a:pt x="2587340" y="1044932"/>
                  <a:pt x="3599199" y="1057971"/>
                </a:cubicBezTo>
                <a:cubicBezTo>
                  <a:pt x="3599292" y="1102281"/>
                  <a:pt x="3607746" y="1110750"/>
                  <a:pt x="3607839" y="115506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Average Sans" panose="02000503040000020003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C99EA0-9537-7F14-75ED-6787351C5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2519" y="-370335"/>
            <a:ext cx="7264922" cy="3209550"/>
          </a:xfrm>
          <a:prstGeom prst="rect">
            <a:avLst/>
          </a:prstGeom>
        </p:spPr>
      </p:pic>
      <p:pic>
        <p:nvPicPr>
          <p:cNvPr id="5" name="Picture 4" descr="A diagram of a number of numbers&#10;&#10;AI-generated content may be incorrect.">
            <a:extLst>
              <a:ext uri="{FF2B5EF4-FFF2-40B4-BE49-F238E27FC236}">
                <a16:creationId xmlns:a16="http://schemas.microsoft.com/office/drawing/2014/main" id="{10071563-AC45-0B4D-A2A3-FBAE54A173C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7" t="13515" r="11349" b="16979"/>
          <a:stretch>
            <a:fillRect/>
          </a:stretch>
        </p:blipFill>
        <p:spPr>
          <a:xfrm>
            <a:off x="3417310" y="1752788"/>
            <a:ext cx="6341401" cy="363628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10842AB-F892-BEBF-D60F-BCC341745B04}"/>
              </a:ext>
            </a:extLst>
          </p:cNvPr>
          <p:cNvSpPr txBox="1"/>
          <p:nvPr/>
        </p:nvSpPr>
        <p:spPr>
          <a:xfrm>
            <a:off x="2876752" y="4742744"/>
            <a:ext cx="7586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Apabila</a:t>
            </a:r>
            <a:r>
              <a:rPr lang="en-US" i="1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 </a:t>
            </a:r>
            <a:r>
              <a:rPr lang="en-US" i="1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s</a:t>
            </a:r>
            <a:r>
              <a:rPr lang="en-US" sz="1800" i="1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etiap</a:t>
            </a:r>
            <a:r>
              <a:rPr lang="en-US" sz="1800" i="1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 </a:t>
            </a:r>
            <a:r>
              <a:rPr lang="en-US" sz="1800" i="1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anggota</a:t>
            </a:r>
            <a:r>
              <a:rPr lang="en-US" sz="1800" i="1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 </a:t>
            </a:r>
            <a:r>
              <a:rPr lang="en-US" sz="1800" i="1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populasi</a:t>
            </a:r>
            <a:r>
              <a:rPr lang="en-US" sz="1800" i="1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 </a:t>
            </a:r>
            <a:r>
              <a:rPr lang="en-US" sz="1800" i="1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memiliki</a:t>
            </a:r>
            <a:r>
              <a:rPr lang="en-US" sz="1800" i="1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 </a:t>
            </a:r>
            <a:r>
              <a:rPr lang="en-US" sz="1800" i="1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nilai</a:t>
            </a:r>
            <a:r>
              <a:rPr lang="en-US" sz="1800" i="1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 yang </a:t>
            </a:r>
            <a:r>
              <a:rPr lang="en-US" sz="1800" i="1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beragam</a:t>
            </a:r>
            <a:r>
              <a:rPr lang="en-US" sz="1800" i="1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, </a:t>
            </a:r>
            <a:r>
              <a:rPr lang="en-US" sz="1800" i="1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apakah</a:t>
            </a:r>
            <a:r>
              <a:rPr lang="en-US" sz="1800" i="1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 </a:t>
            </a:r>
            <a:r>
              <a:rPr lang="en-US" sz="1800" i="1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statistik</a:t>
            </a:r>
            <a:r>
              <a:rPr lang="en-US" sz="1800" i="1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 </a:t>
            </a:r>
            <a:r>
              <a:rPr lang="en-US" sz="1800" i="1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sampel</a:t>
            </a:r>
            <a:r>
              <a:rPr lang="en-US" sz="1800" i="1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 </a:t>
            </a:r>
            <a:r>
              <a:rPr lang="en-US" sz="1800" i="1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dapat</a:t>
            </a:r>
            <a:r>
              <a:rPr lang="en-US" sz="1800" i="1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 </a:t>
            </a:r>
            <a:r>
              <a:rPr lang="en-US" sz="1800" i="1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mencerminkan</a:t>
            </a:r>
            <a:r>
              <a:rPr lang="en-US" sz="1800" i="1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 </a:t>
            </a:r>
            <a:r>
              <a:rPr lang="en-US" sz="1800" i="1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parameternya</a:t>
            </a:r>
            <a:r>
              <a:rPr lang="en-US" sz="1800" i="1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?</a:t>
            </a:r>
            <a:endParaRPr lang="en-ID" i="1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211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327CC5-4D03-FE5B-711A-80C38F5F9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760666"/>
              </p:ext>
            </p:extLst>
          </p:nvPr>
        </p:nvGraphicFramePr>
        <p:xfrm>
          <a:off x="1810802" y="498621"/>
          <a:ext cx="8128000" cy="14833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437550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67407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359013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08548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882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LL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LM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baseline="-25000" err="1"/>
                        <a:t>LH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1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ML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MM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baseline="-25000" err="1"/>
                        <a:t>MH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54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HL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HM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baseline="-25000" err="1"/>
                        <a:t>HH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36668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6EA94C1-E7CE-15CF-C3F9-AF135EF830A8}"/>
              </a:ext>
            </a:extLst>
          </p:cNvPr>
          <p:cNvSpPr txBox="1"/>
          <p:nvPr/>
        </p:nvSpPr>
        <p:spPr>
          <a:xfrm>
            <a:off x="1251050" y="1330437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haroni" panose="02010803020104030203" pitchFamily="2" charset="-79"/>
                <a:cs typeface="Aharoni" panose="02010803020104030203" pitchFamily="2" charset="-79"/>
              </a:rPr>
              <a:t>X</a:t>
            </a:r>
            <a:endParaRPr lang="en-ID" b="1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9F7C2-98D1-78C6-A518-FC2AF530D874}"/>
              </a:ext>
            </a:extLst>
          </p:cNvPr>
          <p:cNvSpPr txBox="1"/>
          <p:nvPr/>
        </p:nvSpPr>
        <p:spPr>
          <a:xfrm>
            <a:off x="6099655" y="73405"/>
            <a:ext cx="332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/>
              <a:t>Y</a:t>
            </a:r>
            <a:endParaRPr lang="en-ID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DEE16F-D561-09B5-E627-FB6F45290427}"/>
              </a:ext>
            </a:extLst>
          </p:cNvPr>
          <p:cNvSpPr/>
          <p:nvPr/>
        </p:nvSpPr>
        <p:spPr>
          <a:xfrm>
            <a:off x="1150172" y="1215876"/>
            <a:ext cx="554824" cy="554824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8AF95B-F345-70C6-B052-C99311DB3024}"/>
              </a:ext>
            </a:extLst>
          </p:cNvPr>
          <p:cNvSpPr/>
          <p:nvPr/>
        </p:nvSpPr>
        <p:spPr>
          <a:xfrm>
            <a:off x="3820912" y="863600"/>
            <a:ext cx="6117890" cy="406400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accent2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AC33AA-432D-11EE-531B-BBE91D030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652906"/>
              </p:ext>
            </p:extLst>
          </p:nvPr>
        </p:nvGraphicFramePr>
        <p:xfrm>
          <a:off x="2032000" y="4270721"/>
          <a:ext cx="8128000" cy="14833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437550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67407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359013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08548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882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LL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LM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baseline="-25000" err="1"/>
                        <a:t>LH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1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ML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MM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baseline="-25000" err="1"/>
                        <a:t>MH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54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HL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HM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baseline="-25000" err="1"/>
                        <a:t>HH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36668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7B3DD1B-1A12-D856-EBD2-DCFC2C00CFD0}"/>
              </a:ext>
            </a:extLst>
          </p:cNvPr>
          <p:cNvSpPr txBox="1"/>
          <p:nvPr/>
        </p:nvSpPr>
        <p:spPr>
          <a:xfrm>
            <a:off x="1472248" y="5102537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haroni" panose="02010803020104030203" pitchFamily="2" charset="-79"/>
                <a:cs typeface="Aharoni" panose="02010803020104030203" pitchFamily="2" charset="-79"/>
              </a:rPr>
              <a:t>X</a:t>
            </a:r>
            <a:endParaRPr lang="en-ID" b="1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C54A7-08F4-509D-975A-B5DAEB27CE82}"/>
              </a:ext>
            </a:extLst>
          </p:cNvPr>
          <p:cNvSpPr txBox="1"/>
          <p:nvPr/>
        </p:nvSpPr>
        <p:spPr>
          <a:xfrm>
            <a:off x="6320853" y="3845505"/>
            <a:ext cx="332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/>
              <a:t>Y</a:t>
            </a:r>
            <a:endParaRPr lang="en-ID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DB07EF-5A85-58EA-066E-59BEA12FC435}"/>
              </a:ext>
            </a:extLst>
          </p:cNvPr>
          <p:cNvSpPr/>
          <p:nvPr/>
        </p:nvSpPr>
        <p:spPr>
          <a:xfrm>
            <a:off x="6194272" y="3729175"/>
            <a:ext cx="554824" cy="554824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C9A15E-D683-20DC-3836-0F481E8257D5}"/>
              </a:ext>
            </a:extLst>
          </p:cNvPr>
          <p:cNvSpPr/>
          <p:nvPr/>
        </p:nvSpPr>
        <p:spPr>
          <a:xfrm>
            <a:off x="4042110" y="4635699"/>
            <a:ext cx="2053890" cy="1118381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accent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D2E438-E3BC-0829-5A83-497B9A178615}"/>
              </a:ext>
            </a:extLst>
          </p:cNvPr>
          <p:cNvSpPr txBox="1"/>
          <p:nvPr/>
        </p:nvSpPr>
        <p:spPr>
          <a:xfrm>
            <a:off x="1810802" y="39261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B6231B-14F6-0549-10FE-0B1D7A5AC296}"/>
              </a:ext>
            </a:extLst>
          </p:cNvPr>
          <p:cNvSpPr txBox="1"/>
          <p:nvPr/>
        </p:nvSpPr>
        <p:spPr>
          <a:xfrm>
            <a:off x="1810802" y="2587492"/>
            <a:ext cx="7550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</a:t>
            </a:r>
            <a:r>
              <a:rPr lang="en-US" baseline="-25000"/>
              <a:t>x</a:t>
            </a:r>
            <a:r>
              <a:rPr lang="en-US"/>
              <a:t> = </a:t>
            </a:r>
            <a:r>
              <a:rPr lang="en-US" err="1"/>
              <a:t>f</a:t>
            </a:r>
            <a:r>
              <a:rPr lang="en-US" baseline="-25000" err="1"/>
              <a:t>LL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LM</a:t>
            </a:r>
            <a:r>
              <a:rPr lang="en-US" err="1"/>
              <a:t>+f</a:t>
            </a:r>
            <a:r>
              <a:rPr lang="en-US" baseline="-25000" err="1"/>
              <a:t>LH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LM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LH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ML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MM</a:t>
            </a:r>
            <a:r>
              <a:rPr lang="en-US" err="1"/>
              <a:t>+f</a:t>
            </a:r>
            <a:r>
              <a:rPr lang="en-US" baseline="-25000" err="1"/>
              <a:t>MH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MM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MH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HL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HM</a:t>
            </a:r>
            <a:r>
              <a:rPr lang="en-US" err="1"/>
              <a:t>+f</a:t>
            </a:r>
            <a:r>
              <a:rPr lang="en-US" baseline="-25000" err="1"/>
              <a:t>HH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HM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HH</a:t>
            </a:r>
            <a:r>
              <a:rPr lang="en-US"/>
              <a:t>) </a:t>
            </a:r>
            <a:endParaRPr lang="en-ID" baseline="-25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D02781-804B-7FEC-73D3-160A76B3DEDE}"/>
              </a:ext>
            </a:extLst>
          </p:cNvPr>
          <p:cNvSpPr txBox="1"/>
          <p:nvPr/>
        </p:nvSpPr>
        <p:spPr>
          <a:xfrm>
            <a:off x="1810802" y="3205400"/>
            <a:ext cx="7550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</a:t>
            </a:r>
            <a:r>
              <a:rPr lang="en-US" baseline="-25000"/>
              <a:t>y</a:t>
            </a:r>
            <a:r>
              <a:rPr lang="en-US"/>
              <a:t> = </a:t>
            </a:r>
            <a:r>
              <a:rPr lang="en-US" err="1"/>
              <a:t>f</a:t>
            </a:r>
            <a:r>
              <a:rPr lang="en-US" baseline="-25000" err="1"/>
              <a:t>LL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ML</a:t>
            </a:r>
            <a:r>
              <a:rPr lang="en-US" err="1"/>
              <a:t>+f</a:t>
            </a:r>
            <a:r>
              <a:rPr lang="en-US" baseline="-25000" err="1"/>
              <a:t>HL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ML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HL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LM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MM</a:t>
            </a:r>
            <a:r>
              <a:rPr lang="en-US" err="1"/>
              <a:t>+f</a:t>
            </a:r>
            <a:r>
              <a:rPr lang="en-US" baseline="-25000" err="1"/>
              <a:t>HM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MM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HM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LH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MH</a:t>
            </a:r>
            <a:r>
              <a:rPr lang="en-US" err="1"/>
              <a:t>+f</a:t>
            </a:r>
            <a:r>
              <a:rPr lang="en-US" baseline="-25000" err="1"/>
              <a:t>HH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MH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HH</a:t>
            </a:r>
            <a:r>
              <a:rPr lang="en-US"/>
              <a:t>) </a:t>
            </a:r>
            <a:endParaRPr lang="en-ID" baseline="-25000"/>
          </a:p>
        </p:txBody>
      </p:sp>
    </p:spTree>
    <p:extLst>
      <p:ext uri="{BB962C8B-B14F-4D97-AF65-F5344CB8AC3E}">
        <p14:creationId xmlns:p14="http://schemas.microsoft.com/office/powerpoint/2010/main" val="459028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4FE2285-31A3-5FD7-7AE4-0F8EF4855B39}"/>
                  </a:ext>
                </a:extLst>
              </p:cNvPr>
              <p:cNvSpPr txBox="1"/>
              <p:nvPr/>
            </p:nvSpPr>
            <p:spPr>
              <a:xfrm>
                <a:off x="5638800" y="2971800"/>
                <a:ext cx="1798377" cy="5963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4FE2285-31A3-5FD7-7AE4-0F8EF4855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71800"/>
                <a:ext cx="1798377" cy="5963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7F7427-8092-2469-35BB-EC6C2F11AFBE}"/>
                  </a:ext>
                </a:extLst>
              </p:cNvPr>
              <p:cNvSpPr txBox="1"/>
              <p:nvPr/>
            </p:nvSpPr>
            <p:spPr>
              <a:xfrm>
                <a:off x="5753100" y="1958340"/>
                <a:ext cx="1790747" cy="5653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7F7427-8092-2469-35BB-EC6C2F11A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1958340"/>
                <a:ext cx="1790747" cy="5653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A0EE14-1525-0A78-5B1A-2C0354393C8A}"/>
                  </a:ext>
                </a:extLst>
              </p:cNvPr>
              <p:cNvSpPr txBox="1"/>
              <p:nvPr/>
            </p:nvSpPr>
            <p:spPr>
              <a:xfrm>
                <a:off x="1651000" y="1958340"/>
                <a:ext cx="2326855" cy="1887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aln/>
                        </m:rP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1831</m:t>
                          </m:r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499</m:t>
                          </m:r>
                        </m:num>
                        <m:den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1831</m:t>
                          </m:r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499</m:t>
                          </m:r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986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1332</m:t>
                          </m:r>
                        </m:num>
                        <m:den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3316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0,401</m:t>
                      </m:r>
                    </m:oMath>
                  </m:oMathPara>
                </a14:m>
                <a:endParaRPr lang="id-ID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A0EE14-1525-0A78-5B1A-2C0354393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000" y="1958340"/>
                <a:ext cx="2326855" cy="1887761"/>
              </a:xfrm>
              <a:prstGeom prst="rect">
                <a:avLst/>
              </a:prstGeom>
              <a:blipFill>
                <a:blip r:embed="rId4"/>
                <a:stretch>
                  <a:fillRect b="-64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4A0A01-E320-601A-7797-3B00C9D22A80}"/>
                  </a:ext>
                </a:extLst>
              </p:cNvPr>
              <p:cNvSpPr txBox="1"/>
              <p:nvPr/>
            </p:nvSpPr>
            <p:spPr>
              <a:xfrm>
                <a:off x="7115763" y="4042165"/>
                <a:ext cx="3737562" cy="8631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id-ID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id-ID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id-ID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4A0A01-E320-601A-7797-3B00C9D22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763" y="4042165"/>
                <a:ext cx="3737562" cy="8631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698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30D3A-05F0-A236-2697-83EBABDFF2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031" y="1085850"/>
            <a:ext cx="7800754" cy="49834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B91C3A-A91D-F562-C2ED-40677855B29F}"/>
              </a:ext>
            </a:extLst>
          </p:cNvPr>
          <p:cNvSpPr txBox="1"/>
          <p:nvPr/>
        </p:nvSpPr>
        <p:spPr>
          <a:xfrm>
            <a:off x="3766955" y="5817870"/>
            <a:ext cx="2329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latin typeface="Average Sans" panose="02000503040000020003" pitchFamily="2" charset="0"/>
              </a:rPr>
              <a:t>Titik</a:t>
            </a:r>
            <a:r>
              <a:rPr lang="en-US" sz="1800" dirty="0">
                <a:latin typeface="Average Sans" panose="02000503040000020003" pitchFamily="2" charset="0"/>
              </a:rPr>
              <a:t> </a:t>
            </a:r>
            <a:r>
              <a:rPr lang="en-US" sz="1800" dirty="0" err="1">
                <a:latin typeface="Average Sans" panose="02000503040000020003" pitchFamily="2" charset="0"/>
              </a:rPr>
              <a:t>kritis</a:t>
            </a:r>
            <a:r>
              <a:rPr lang="en-US" sz="1800" dirty="0">
                <a:latin typeface="Average Sans" panose="02000503040000020003" pitchFamily="2" charset="0"/>
              </a:rPr>
              <a:t> = -1,65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544347-D656-B8D5-236F-B041409B4B5E}"/>
              </a:ext>
            </a:extLst>
          </p:cNvPr>
          <p:cNvSpPr txBox="1"/>
          <p:nvPr/>
        </p:nvSpPr>
        <p:spPr>
          <a:xfrm>
            <a:off x="2743005" y="4390211"/>
            <a:ext cx="2047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rage Sans" panose="02000503040000020003" pitchFamily="2" charset="0"/>
              </a:rPr>
              <a:t>Area </a:t>
            </a:r>
            <a:r>
              <a:rPr lang="en-US" dirty="0" err="1">
                <a:latin typeface="Average Sans" panose="02000503040000020003" pitchFamily="2" charset="0"/>
              </a:rPr>
              <a:t>penolakan</a:t>
            </a:r>
            <a:r>
              <a:rPr lang="en-US" dirty="0">
                <a:latin typeface="Average Sans" panose="02000503040000020003" pitchFamily="2" charset="0"/>
              </a:rPr>
              <a:t> Ho</a:t>
            </a:r>
            <a:endParaRPr lang="en-ID" dirty="0"/>
          </a:p>
        </p:txBody>
      </p:sp>
      <p:pic>
        <p:nvPicPr>
          <p:cNvPr id="6" name="Picture 5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C0AC8169-F9A4-FE94-9FBB-2923604D3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644" y="921253"/>
            <a:ext cx="7854712" cy="501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128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13EB70F8-4489-3FD6-D13F-1999DDD70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644" y="921253"/>
            <a:ext cx="7854712" cy="501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21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73DB22-540E-668A-03E3-0485BAC4CDD4}"/>
              </a:ext>
            </a:extLst>
          </p:cNvPr>
          <p:cNvGrpSpPr/>
          <p:nvPr/>
        </p:nvGrpSpPr>
        <p:grpSpPr>
          <a:xfrm>
            <a:off x="1038471" y="633338"/>
            <a:ext cx="4106244" cy="1818894"/>
            <a:chOff x="1299617" y="1021828"/>
            <a:chExt cx="5309989" cy="181889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74F8FF3-84FD-A19A-6983-E028BC66D4E1}"/>
                </a:ext>
              </a:extLst>
            </p:cNvPr>
            <p:cNvSpPr/>
            <p:nvPr/>
          </p:nvSpPr>
          <p:spPr>
            <a:xfrm flipH="1">
              <a:off x="5529261" y="2466960"/>
              <a:ext cx="1062252" cy="373762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7303 w 227303"/>
                <a:gd name="connsiteY0" fmla="*/ 0 h 282383"/>
                <a:gd name="connsiteX1" fmla="*/ 221146 w 227303"/>
                <a:gd name="connsiteY1" fmla="*/ 282383 h 282383"/>
                <a:gd name="connsiteX2" fmla="*/ 122108 w 227303"/>
                <a:gd name="connsiteY2" fmla="*/ 282078 h 282383"/>
                <a:gd name="connsiteX3" fmla="*/ 4220 w 227303"/>
                <a:gd name="connsiteY3" fmla="*/ 281541 h 282383"/>
                <a:gd name="connsiteX4" fmla="*/ 0 w 227303"/>
                <a:gd name="connsiteY4" fmla="*/ 166266 h 282383"/>
                <a:gd name="connsiteX5" fmla="*/ 123413 w 227303"/>
                <a:gd name="connsiteY5" fmla="*/ 132582 h 282383"/>
                <a:gd name="connsiteX6" fmla="*/ 227303 w 227303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20774 w 224664"/>
                <a:gd name="connsiteY5" fmla="*/ 132582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7302"/>
                <a:gd name="connsiteY0" fmla="*/ 0 h 282078"/>
                <a:gd name="connsiteX1" fmla="*/ 227302 w 227302"/>
                <a:gd name="connsiteY1" fmla="*/ 277288 h 282078"/>
                <a:gd name="connsiteX2" fmla="*/ 119469 w 227302"/>
                <a:gd name="connsiteY2" fmla="*/ 282078 h 282078"/>
                <a:gd name="connsiteX3" fmla="*/ 1581 w 227302"/>
                <a:gd name="connsiteY3" fmla="*/ 281541 h 282078"/>
                <a:gd name="connsiteX4" fmla="*/ 0 w 227302"/>
                <a:gd name="connsiteY4" fmla="*/ 181552 h 282078"/>
                <a:gd name="connsiteX5" fmla="*/ 103183 w 227302"/>
                <a:gd name="connsiteY5" fmla="*/ 147868 h 282078"/>
                <a:gd name="connsiteX6" fmla="*/ 224664 w 227302"/>
                <a:gd name="connsiteY6" fmla="*/ 0 h 282078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65702 h 299912"/>
                <a:gd name="connsiteX6" fmla="*/ 227303 w 227556"/>
                <a:gd name="connsiteY6" fmla="*/ 0 h 299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556" h="299912">
                  <a:moveTo>
                    <a:pt x="227303" y="0"/>
                  </a:moveTo>
                  <a:cubicBezTo>
                    <a:pt x="228182" y="92429"/>
                    <a:pt x="226423" y="202693"/>
                    <a:pt x="227302" y="295122"/>
                  </a:cubicBezTo>
                  <a:lnTo>
                    <a:pt x="119469" y="299912"/>
                  </a:lnTo>
                  <a:lnTo>
                    <a:pt x="1581" y="299375"/>
                  </a:lnTo>
                  <a:cubicBezTo>
                    <a:pt x="2676" y="264942"/>
                    <a:pt x="724" y="301298"/>
                    <a:pt x="0" y="199386"/>
                  </a:cubicBezTo>
                  <a:cubicBezTo>
                    <a:pt x="41096" y="199738"/>
                    <a:pt x="60248" y="180678"/>
                    <a:pt x="103183" y="165702"/>
                  </a:cubicBezTo>
                  <a:lnTo>
                    <a:pt x="227303" y="0"/>
                  </a:ln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2F489F3-E95F-B016-F92C-A5892977EB48}"/>
                </a:ext>
              </a:extLst>
            </p:cNvPr>
            <p:cNvSpPr/>
            <p:nvPr/>
          </p:nvSpPr>
          <p:spPr>
            <a:xfrm>
              <a:off x="1312197" y="1286837"/>
              <a:ext cx="5278264" cy="142001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72370"/>
                <a:gd name="connsiteY0" fmla="*/ 1074001 h 1074001"/>
                <a:gd name="connsiteX1" fmla="*/ 2009740 w 3972370"/>
                <a:gd name="connsiteY1" fmla="*/ 65 h 1074001"/>
                <a:gd name="connsiteX2" fmla="*/ 3972370 w 3972370"/>
                <a:gd name="connsiteY2" fmla="*/ 1068749 h 1074001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41471"/>
                <a:gd name="connsiteY0" fmla="*/ 1050048 h 1068691"/>
                <a:gd name="connsiteX1" fmla="*/ 1978841 w 3941471"/>
                <a:gd name="connsiteY1" fmla="*/ 7 h 1068691"/>
                <a:gd name="connsiteX2" fmla="*/ 3941471 w 3941471"/>
                <a:gd name="connsiteY2" fmla="*/ 1068691 h 1068691"/>
                <a:gd name="connsiteX0" fmla="*/ 0 w 3972370"/>
                <a:gd name="connsiteY0" fmla="*/ 1050048 h 1068691"/>
                <a:gd name="connsiteX1" fmla="*/ 1978841 w 3972370"/>
                <a:gd name="connsiteY1" fmla="*/ 7 h 1068691"/>
                <a:gd name="connsiteX2" fmla="*/ 3972370 w 3972370"/>
                <a:gd name="connsiteY2" fmla="*/ 1068691 h 10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72370" h="1068691">
                  <a:moveTo>
                    <a:pt x="0" y="1050048"/>
                  </a:moveTo>
                  <a:cubicBezTo>
                    <a:pt x="1383848" y="1007786"/>
                    <a:pt x="1316779" y="-3100"/>
                    <a:pt x="1978841" y="7"/>
                  </a:cubicBezTo>
                  <a:cubicBezTo>
                    <a:pt x="2640903" y="3114"/>
                    <a:pt x="2627662" y="1052066"/>
                    <a:pt x="3972370" y="1068691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6" name="Straight Connector 4">
              <a:extLst>
                <a:ext uri="{FF2B5EF4-FFF2-40B4-BE49-F238E27FC236}">
                  <a16:creationId xmlns:a16="http://schemas.microsoft.com/office/drawing/2014/main" id="{DE81444E-5791-C548-245E-7E282A8B7421}"/>
                </a:ext>
              </a:extLst>
            </p:cNvPr>
            <p:cNvCxnSpPr>
              <a:cxnSpLocks/>
            </p:cNvCxnSpPr>
            <p:nvPr/>
          </p:nvCxnSpPr>
          <p:spPr>
            <a:xfrm>
              <a:off x="1299617" y="2826637"/>
              <a:ext cx="5309989" cy="12959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7BBCF03-839A-2565-9F9C-295B4814601A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FA08C7-4F3F-00AE-DD21-C54990E190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0219" y="1829511"/>
              <a:ext cx="241566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562E3E5-25EB-AD2F-3F2F-30B3BC31C626}"/>
              </a:ext>
            </a:extLst>
          </p:cNvPr>
          <p:cNvSpPr txBox="1"/>
          <p:nvPr/>
        </p:nvSpPr>
        <p:spPr>
          <a:xfrm>
            <a:off x="4757555" y="1070563"/>
            <a:ext cx="699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800" dirty="0">
                <a:latin typeface="Average Sans" panose="02000503040000020003" pitchFamily="2" charset="0"/>
              </a:rPr>
              <a:t>0,05</a:t>
            </a:r>
            <a:endParaRPr lang="en-ID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7A9CC2-79EA-F4C7-9852-51B2992933FF}"/>
              </a:ext>
            </a:extLst>
          </p:cNvPr>
          <p:cNvGrpSpPr/>
          <p:nvPr/>
        </p:nvGrpSpPr>
        <p:grpSpPr>
          <a:xfrm>
            <a:off x="1912912" y="3052459"/>
            <a:ext cx="4097586" cy="1818894"/>
            <a:chOff x="1291668" y="1021828"/>
            <a:chExt cx="5298793" cy="181889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8A10100-08DD-87F2-28FF-AAEC7EA41967}"/>
                </a:ext>
              </a:extLst>
            </p:cNvPr>
            <p:cNvSpPr/>
            <p:nvPr/>
          </p:nvSpPr>
          <p:spPr>
            <a:xfrm>
              <a:off x="1293971" y="2466960"/>
              <a:ext cx="1062252" cy="373762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7303 w 227303"/>
                <a:gd name="connsiteY0" fmla="*/ 0 h 282383"/>
                <a:gd name="connsiteX1" fmla="*/ 221146 w 227303"/>
                <a:gd name="connsiteY1" fmla="*/ 282383 h 282383"/>
                <a:gd name="connsiteX2" fmla="*/ 122108 w 227303"/>
                <a:gd name="connsiteY2" fmla="*/ 282078 h 282383"/>
                <a:gd name="connsiteX3" fmla="*/ 4220 w 227303"/>
                <a:gd name="connsiteY3" fmla="*/ 281541 h 282383"/>
                <a:gd name="connsiteX4" fmla="*/ 0 w 227303"/>
                <a:gd name="connsiteY4" fmla="*/ 166266 h 282383"/>
                <a:gd name="connsiteX5" fmla="*/ 123413 w 227303"/>
                <a:gd name="connsiteY5" fmla="*/ 132582 h 282383"/>
                <a:gd name="connsiteX6" fmla="*/ 227303 w 227303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20774 w 224664"/>
                <a:gd name="connsiteY5" fmla="*/ 132582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7302"/>
                <a:gd name="connsiteY0" fmla="*/ 0 h 282078"/>
                <a:gd name="connsiteX1" fmla="*/ 227302 w 227302"/>
                <a:gd name="connsiteY1" fmla="*/ 277288 h 282078"/>
                <a:gd name="connsiteX2" fmla="*/ 119469 w 227302"/>
                <a:gd name="connsiteY2" fmla="*/ 282078 h 282078"/>
                <a:gd name="connsiteX3" fmla="*/ 1581 w 227302"/>
                <a:gd name="connsiteY3" fmla="*/ 281541 h 282078"/>
                <a:gd name="connsiteX4" fmla="*/ 0 w 227302"/>
                <a:gd name="connsiteY4" fmla="*/ 181552 h 282078"/>
                <a:gd name="connsiteX5" fmla="*/ 103183 w 227302"/>
                <a:gd name="connsiteY5" fmla="*/ 147868 h 282078"/>
                <a:gd name="connsiteX6" fmla="*/ 224664 w 227302"/>
                <a:gd name="connsiteY6" fmla="*/ 0 h 282078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65702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65702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65702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56148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30229 w 227556"/>
                <a:gd name="connsiteY5" fmla="*/ 133219 h 299912"/>
                <a:gd name="connsiteX6" fmla="*/ 227303 w 227556"/>
                <a:gd name="connsiteY6" fmla="*/ 0 h 299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556" h="299912">
                  <a:moveTo>
                    <a:pt x="227303" y="0"/>
                  </a:moveTo>
                  <a:cubicBezTo>
                    <a:pt x="228182" y="92429"/>
                    <a:pt x="226423" y="202693"/>
                    <a:pt x="227302" y="295122"/>
                  </a:cubicBezTo>
                  <a:lnTo>
                    <a:pt x="119469" y="299912"/>
                  </a:lnTo>
                  <a:lnTo>
                    <a:pt x="1581" y="299375"/>
                  </a:lnTo>
                  <a:cubicBezTo>
                    <a:pt x="2676" y="264942"/>
                    <a:pt x="724" y="301298"/>
                    <a:pt x="0" y="199386"/>
                  </a:cubicBezTo>
                  <a:cubicBezTo>
                    <a:pt x="41096" y="199738"/>
                    <a:pt x="91565" y="157152"/>
                    <a:pt x="130229" y="133219"/>
                  </a:cubicBezTo>
                  <a:cubicBezTo>
                    <a:pt x="166984" y="110468"/>
                    <a:pt x="185930" y="55234"/>
                    <a:pt x="227303" y="0"/>
                  </a:cubicBez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FCB9E64-D1BC-BDD7-9DCE-B4A2EE031016}"/>
                </a:ext>
              </a:extLst>
            </p:cNvPr>
            <p:cNvSpPr/>
            <p:nvPr/>
          </p:nvSpPr>
          <p:spPr>
            <a:xfrm>
              <a:off x="1291668" y="1286837"/>
              <a:ext cx="5298793" cy="142001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72370"/>
                <a:gd name="connsiteY0" fmla="*/ 1074001 h 1074001"/>
                <a:gd name="connsiteX1" fmla="*/ 2009740 w 3972370"/>
                <a:gd name="connsiteY1" fmla="*/ 65 h 1074001"/>
                <a:gd name="connsiteX2" fmla="*/ 3972370 w 3972370"/>
                <a:gd name="connsiteY2" fmla="*/ 1068749 h 1074001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41471"/>
                <a:gd name="connsiteY0" fmla="*/ 1050048 h 1068691"/>
                <a:gd name="connsiteX1" fmla="*/ 1978841 w 3941471"/>
                <a:gd name="connsiteY1" fmla="*/ 7 h 1068691"/>
                <a:gd name="connsiteX2" fmla="*/ 3941471 w 3941471"/>
                <a:gd name="connsiteY2" fmla="*/ 1068691 h 1068691"/>
                <a:gd name="connsiteX0" fmla="*/ 0 w 3972370"/>
                <a:gd name="connsiteY0" fmla="*/ 1050048 h 1068691"/>
                <a:gd name="connsiteX1" fmla="*/ 1978841 w 3972370"/>
                <a:gd name="connsiteY1" fmla="*/ 7 h 1068691"/>
                <a:gd name="connsiteX2" fmla="*/ 3972370 w 3972370"/>
                <a:gd name="connsiteY2" fmla="*/ 1068691 h 1068691"/>
                <a:gd name="connsiteX0" fmla="*/ 0 w 3987820"/>
                <a:gd name="connsiteY0" fmla="*/ 1073943 h 1073943"/>
                <a:gd name="connsiteX1" fmla="*/ 1994291 w 3987820"/>
                <a:gd name="connsiteY1" fmla="*/ 7 h 1073943"/>
                <a:gd name="connsiteX2" fmla="*/ 3987820 w 3987820"/>
                <a:gd name="connsiteY2" fmla="*/ 1068691 h 1073943"/>
                <a:gd name="connsiteX0" fmla="*/ 0 w 3987820"/>
                <a:gd name="connsiteY0" fmla="*/ 1066775 h 1068691"/>
                <a:gd name="connsiteX1" fmla="*/ 1994291 w 3987820"/>
                <a:gd name="connsiteY1" fmla="*/ 7 h 1068691"/>
                <a:gd name="connsiteX2" fmla="*/ 3987820 w 3987820"/>
                <a:gd name="connsiteY2" fmla="*/ 1068691 h 10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87820" h="1068691">
                  <a:moveTo>
                    <a:pt x="0" y="1066775"/>
                  </a:moveTo>
                  <a:cubicBezTo>
                    <a:pt x="1383848" y="1024513"/>
                    <a:pt x="1332229" y="-3100"/>
                    <a:pt x="1994291" y="7"/>
                  </a:cubicBezTo>
                  <a:cubicBezTo>
                    <a:pt x="2656353" y="3114"/>
                    <a:pt x="2643112" y="1052066"/>
                    <a:pt x="3987820" y="1068691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12" name="Straight Connector 4">
              <a:extLst>
                <a:ext uri="{FF2B5EF4-FFF2-40B4-BE49-F238E27FC236}">
                  <a16:creationId xmlns:a16="http://schemas.microsoft.com/office/drawing/2014/main" id="{049B8AB0-78EA-3328-AB44-1E52AEC2D2F4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1301351" y="2839337"/>
              <a:ext cx="5289110" cy="716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6081DE6-84D4-BD5C-339A-265D5248BA51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98D2EBF-41B8-A217-E6F6-11B869A041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9181" y="1796516"/>
              <a:ext cx="241566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40461A4-817E-7E5F-3518-FCE204A2D6A7}"/>
              </a:ext>
            </a:extLst>
          </p:cNvPr>
          <p:cNvSpPr txBox="1"/>
          <p:nvPr/>
        </p:nvSpPr>
        <p:spPr>
          <a:xfrm>
            <a:off x="2300192" y="3475871"/>
            <a:ext cx="699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800">
                <a:latin typeface="Average Sans" panose="02000503040000020003" pitchFamily="2" charset="0"/>
              </a:rPr>
              <a:t>0,05</a:t>
            </a:r>
            <a:endParaRPr lang="en-ID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3DDE06-F850-FBE1-E18F-418A9FC5650E}"/>
              </a:ext>
            </a:extLst>
          </p:cNvPr>
          <p:cNvSpPr/>
          <p:nvPr/>
        </p:nvSpPr>
        <p:spPr>
          <a:xfrm>
            <a:off x="2736138" y="4974224"/>
            <a:ext cx="464262" cy="549517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464" h="755650">
                <a:moveTo>
                  <a:pt x="0" y="0"/>
                </a:moveTo>
                <a:cubicBezTo>
                  <a:pt x="32706" y="195791"/>
                  <a:pt x="451444" y="8996"/>
                  <a:pt x="489756" y="95250"/>
                </a:cubicBezTo>
                <a:cubicBezTo>
                  <a:pt x="528068" y="181504"/>
                  <a:pt x="257523" y="407458"/>
                  <a:pt x="229872" y="517525"/>
                </a:cubicBezTo>
                <a:cubicBezTo>
                  <a:pt x="202221" y="627592"/>
                  <a:pt x="323850" y="755650"/>
                  <a:pt x="323850" y="755650"/>
                </a:cubicBezTo>
                <a:lnTo>
                  <a:pt x="323850" y="755650"/>
                </a:lnTo>
              </a:path>
            </a:pathLst>
          </a:custGeom>
          <a:noFill/>
          <a:ln w="6350">
            <a:headEnd type="oval" w="sm" len="sm"/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7DDEDB-AA16-F4E8-E294-8C82F5049CE5}"/>
              </a:ext>
            </a:extLst>
          </p:cNvPr>
          <p:cNvSpPr txBox="1"/>
          <p:nvPr/>
        </p:nvSpPr>
        <p:spPr>
          <a:xfrm>
            <a:off x="2850675" y="5524554"/>
            <a:ext cx="699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800">
                <a:latin typeface="Average Sans" panose="02000503040000020003" pitchFamily="2" charset="0"/>
              </a:rPr>
              <a:t>-</a:t>
            </a:r>
            <a:r>
              <a:rPr lang="id-ID">
                <a:latin typeface="Average Sans" panose="02000503040000020003" pitchFamily="2" charset="0"/>
              </a:rPr>
              <a:t>1</a:t>
            </a:r>
            <a:r>
              <a:rPr lang="id-ID" sz="1800">
                <a:latin typeface="Average Sans" panose="02000503040000020003" pitchFamily="2" charset="0"/>
              </a:rPr>
              <a:t>,65</a:t>
            </a:r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A5E3EA-18F9-BCE1-800C-D0DC91A81995}"/>
              </a:ext>
            </a:extLst>
          </p:cNvPr>
          <p:cNvCxnSpPr>
            <a:cxnSpLocks/>
          </p:cNvCxnSpPr>
          <p:nvPr/>
        </p:nvCxnSpPr>
        <p:spPr>
          <a:xfrm>
            <a:off x="6811763" y="2441253"/>
            <a:ext cx="4083399" cy="0"/>
          </a:xfrm>
          <a:prstGeom prst="line">
            <a:avLst/>
          </a:prstGeom>
          <a:ln w="190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4A388A-7D8C-319B-E4A1-20B1121DEB62}"/>
              </a:ext>
            </a:extLst>
          </p:cNvPr>
          <p:cNvCxnSpPr>
            <a:cxnSpLocks/>
          </p:cNvCxnSpPr>
          <p:nvPr/>
        </p:nvCxnSpPr>
        <p:spPr>
          <a:xfrm>
            <a:off x="6811763" y="3614445"/>
            <a:ext cx="4083399" cy="0"/>
          </a:xfrm>
          <a:prstGeom prst="line">
            <a:avLst/>
          </a:prstGeom>
          <a:ln w="190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2C7D86A-D4B2-9BF3-2660-1A929C001596}"/>
              </a:ext>
            </a:extLst>
          </p:cNvPr>
          <p:cNvCxnSpPr>
            <a:cxnSpLocks/>
          </p:cNvCxnSpPr>
          <p:nvPr/>
        </p:nvCxnSpPr>
        <p:spPr>
          <a:xfrm>
            <a:off x="7124700" y="234654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3BDF32C-1F88-B4CE-46A9-65EE92FFE108}"/>
              </a:ext>
            </a:extLst>
          </p:cNvPr>
          <p:cNvCxnSpPr>
            <a:cxnSpLocks/>
          </p:cNvCxnSpPr>
          <p:nvPr/>
        </p:nvCxnSpPr>
        <p:spPr>
          <a:xfrm>
            <a:off x="7633607" y="234654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6E430-3C94-62E8-8B32-9BC5AF274CBD}"/>
              </a:ext>
            </a:extLst>
          </p:cNvPr>
          <p:cNvCxnSpPr>
            <a:cxnSpLocks/>
          </p:cNvCxnSpPr>
          <p:nvPr/>
        </p:nvCxnSpPr>
        <p:spPr>
          <a:xfrm>
            <a:off x="8142514" y="234654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1B411FD-2628-1CC0-EC23-9CF4AEE9F480}"/>
              </a:ext>
            </a:extLst>
          </p:cNvPr>
          <p:cNvCxnSpPr>
            <a:cxnSpLocks/>
          </p:cNvCxnSpPr>
          <p:nvPr/>
        </p:nvCxnSpPr>
        <p:spPr>
          <a:xfrm>
            <a:off x="8651421" y="234654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4F8B154-E082-118C-24E7-14D31AE91E22}"/>
              </a:ext>
            </a:extLst>
          </p:cNvPr>
          <p:cNvCxnSpPr>
            <a:cxnSpLocks/>
          </p:cNvCxnSpPr>
          <p:nvPr/>
        </p:nvCxnSpPr>
        <p:spPr>
          <a:xfrm>
            <a:off x="9160328" y="234654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C6CBDCE-E46C-298B-FAAA-405B860C98D7}"/>
              </a:ext>
            </a:extLst>
          </p:cNvPr>
          <p:cNvCxnSpPr>
            <a:cxnSpLocks/>
          </p:cNvCxnSpPr>
          <p:nvPr/>
        </p:nvCxnSpPr>
        <p:spPr>
          <a:xfrm>
            <a:off x="9669235" y="234654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0013F27-6139-A969-597C-DE9B8D755165}"/>
              </a:ext>
            </a:extLst>
          </p:cNvPr>
          <p:cNvCxnSpPr>
            <a:cxnSpLocks/>
          </p:cNvCxnSpPr>
          <p:nvPr/>
        </p:nvCxnSpPr>
        <p:spPr>
          <a:xfrm>
            <a:off x="10178142" y="234654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7B58C7-7AEE-C5CA-277D-8FCC8510DB42}"/>
              </a:ext>
            </a:extLst>
          </p:cNvPr>
          <p:cNvCxnSpPr>
            <a:cxnSpLocks/>
          </p:cNvCxnSpPr>
          <p:nvPr/>
        </p:nvCxnSpPr>
        <p:spPr>
          <a:xfrm>
            <a:off x="10687050" y="234654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F74BB14-7500-025F-67FD-AD676F4C8778}"/>
              </a:ext>
            </a:extLst>
          </p:cNvPr>
          <p:cNvCxnSpPr>
            <a:cxnSpLocks/>
          </p:cNvCxnSpPr>
          <p:nvPr/>
        </p:nvCxnSpPr>
        <p:spPr>
          <a:xfrm>
            <a:off x="7124700" y="352327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4C38B38-43F7-7306-AB44-B0F24448407E}"/>
              </a:ext>
            </a:extLst>
          </p:cNvPr>
          <p:cNvCxnSpPr>
            <a:cxnSpLocks/>
          </p:cNvCxnSpPr>
          <p:nvPr/>
        </p:nvCxnSpPr>
        <p:spPr>
          <a:xfrm>
            <a:off x="7633607" y="352327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E8156A0-04E1-DFA8-20E2-592EF91A77F1}"/>
              </a:ext>
            </a:extLst>
          </p:cNvPr>
          <p:cNvCxnSpPr>
            <a:cxnSpLocks/>
          </p:cNvCxnSpPr>
          <p:nvPr/>
        </p:nvCxnSpPr>
        <p:spPr>
          <a:xfrm>
            <a:off x="8142514" y="352327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402B4D4-F33C-EEF8-DFA3-4F636C2D20A1}"/>
              </a:ext>
            </a:extLst>
          </p:cNvPr>
          <p:cNvCxnSpPr>
            <a:cxnSpLocks/>
          </p:cNvCxnSpPr>
          <p:nvPr/>
        </p:nvCxnSpPr>
        <p:spPr>
          <a:xfrm>
            <a:off x="8651421" y="352327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61DE1E7-BEB8-372F-4B0A-04D9C5F3CF3D}"/>
              </a:ext>
            </a:extLst>
          </p:cNvPr>
          <p:cNvCxnSpPr>
            <a:cxnSpLocks/>
          </p:cNvCxnSpPr>
          <p:nvPr/>
        </p:nvCxnSpPr>
        <p:spPr>
          <a:xfrm>
            <a:off x="9160328" y="352327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412365-27FD-6AED-7D40-36BC8336E0ED}"/>
              </a:ext>
            </a:extLst>
          </p:cNvPr>
          <p:cNvCxnSpPr>
            <a:cxnSpLocks/>
          </p:cNvCxnSpPr>
          <p:nvPr/>
        </p:nvCxnSpPr>
        <p:spPr>
          <a:xfrm>
            <a:off x="9669235" y="352327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3D55441-216C-912D-1A12-A7FCED5F7832}"/>
              </a:ext>
            </a:extLst>
          </p:cNvPr>
          <p:cNvCxnSpPr>
            <a:cxnSpLocks/>
          </p:cNvCxnSpPr>
          <p:nvPr/>
        </p:nvCxnSpPr>
        <p:spPr>
          <a:xfrm>
            <a:off x="10178142" y="352327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84D4167-7D38-21B5-E053-A8E0D75773F1}"/>
              </a:ext>
            </a:extLst>
          </p:cNvPr>
          <p:cNvCxnSpPr>
            <a:cxnSpLocks/>
          </p:cNvCxnSpPr>
          <p:nvPr/>
        </p:nvCxnSpPr>
        <p:spPr>
          <a:xfrm>
            <a:off x="10687050" y="3523271"/>
            <a:ext cx="0" cy="1823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9A28EAB4-BACC-3DC8-7376-DDA47769CEE4}"/>
              </a:ext>
            </a:extLst>
          </p:cNvPr>
          <p:cNvSpPr/>
          <p:nvPr/>
        </p:nvSpPr>
        <p:spPr>
          <a:xfrm flipV="1">
            <a:off x="7070878" y="2383892"/>
            <a:ext cx="107644" cy="10764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CB7DEDB-37E6-6662-CA43-F874EE2C8ADF}"/>
              </a:ext>
            </a:extLst>
          </p:cNvPr>
          <p:cNvSpPr/>
          <p:nvPr/>
        </p:nvSpPr>
        <p:spPr>
          <a:xfrm flipV="1">
            <a:off x="7579710" y="2383892"/>
            <a:ext cx="107644" cy="10764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ACEC3D5-BC43-766A-22CC-1BBCC3450782}"/>
              </a:ext>
            </a:extLst>
          </p:cNvPr>
          <p:cNvSpPr/>
          <p:nvPr/>
        </p:nvSpPr>
        <p:spPr>
          <a:xfrm flipV="1">
            <a:off x="8088542" y="2383892"/>
            <a:ext cx="107644" cy="10764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AF3F8DA-9224-9193-5E71-52F78D7D8E6D}"/>
              </a:ext>
            </a:extLst>
          </p:cNvPr>
          <p:cNvSpPr/>
          <p:nvPr/>
        </p:nvSpPr>
        <p:spPr>
          <a:xfrm flipV="1">
            <a:off x="8597374" y="2383892"/>
            <a:ext cx="107644" cy="10764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7457894-002F-DC8D-19ED-2CD39007F03C}"/>
              </a:ext>
            </a:extLst>
          </p:cNvPr>
          <p:cNvSpPr/>
          <p:nvPr/>
        </p:nvSpPr>
        <p:spPr>
          <a:xfrm flipV="1">
            <a:off x="9106206" y="2383892"/>
            <a:ext cx="107644" cy="10764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3079CC1-F62A-C270-4BDA-69D50DF389A2}"/>
              </a:ext>
            </a:extLst>
          </p:cNvPr>
          <p:cNvSpPr/>
          <p:nvPr/>
        </p:nvSpPr>
        <p:spPr>
          <a:xfrm flipV="1">
            <a:off x="9615038" y="2383892"/>
            <a:ext cx="107644" cy="10764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7DCBEE7-AD1F-6EA0-F876-DA09F60F99F4}"/>
              </a:ext>
            </a:extLst>
          </p:cNvPr>
          <p:cNvSpPr/>
          <p:nvPr/>
        </p:nvSpPr>
        <p:spPr>
          <a:xfrm flipV="1">
            <a:off x="10123870" y="2383892"/>
            <a:ext cx="107644" cy="10764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4F5F6D8-DFFD-8EF5-D39C-E320EA1761D6}"/>
              </a:ext>
            </a:extLst>
          </p:cNvPr>
          <p:cNvSpPr/>
          <p:nvPr/>
        </p:nvSpPr>
        <p:spPr>
          <a:xfrm flipV="1">
            <a:off x="10632703" y="2383892"/>
            <a:ext cx="107644" cy="10764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D9D1D44-FAFE-3AF2-B142-E5BFA4C0D70F}"/>
              </a:ext>
            </a:extLst>
          </p:cNvPr>
          <p:cNvSpPr/>
          <p:nvPr/>
        </p:nvSpPr>
        <p:spPr>
          <a:xfrm>
            <a:off x="7099299" y="3577093"/>
            <a:ext cx="3641043" cy="7096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EBC7FA-EB21-3F75-9A9C-258340FC7B04}"/>
              </a:ext>
            </a:extLst>
          </p:cNvPr>
          <p:cNvSpPr txBox="1"/>
          <p:nvPr/>
        </p:nvSpPr>
        <p:spPr>
          <a:xfrm>
            <a:off x="8500240" y="2625269"/>
            <a:ext cx="699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LM Sans 10" panose="00000500000000000000" pitchFamily="50" charset="0"/>
              </a:rPr>
              <a:t>(a)</a:t>
            </a:r>
            <a:endParaRPr lang="en-ID" dirty="0">
              <a:latin typeface="LM Sans 10" panose="00000500000000000000" pitchFamily="50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EF417E-9787-3B45-5F36-2AA662A17AC7}"/>
              </a:ext>
            </a:extLst>
          </p:cNvPr>
          <p:cNvSpPr txBox="1"/>
          <p:nvPr/>
        </p:nvSpPr>
        <p:spPr>
          <a:xfrm>
            <a:off x="8500240" y="3798460"/>
            <a:ext cx="699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LM Sans 10" panose="00000500000000000000" pitchFamily="50" charset="0"/>
              </a:rPr>
              <a:t>(b)</a:t>
            </a:r>
            <a:endParaRPr lang="en-ID" dirty="0">
              <a:latin typeface="LM Sans 10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1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4A62C07-B66E-C9E9-3D51-4C5262FA968C}"/>
              </a:ext>
            </a:extLst>
          </p:cNvPr>
          <p:cNvSpPr/>
          <p:nvPr/>
        </p:nvSpPr>
        <p:spPr>
          <a:xfrm>
            <a:off x="3106080" y="3681823"/>
            <a:ext cx="5839458" cy="23980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3EE8FA-69FE-EF08-D9D6-6E96823BB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72" y="343271"/>
            <a:ext cx="6710412" cy="2624157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D5F1321-3491-E41B-592C-8911BB5E3C04}"/>
              </a:ext>
            </a:extLst>
          </p:cNvPr>
          <p:cNvSpPr/>
          <p:nvPr/>
        </p:nvSpPr>
        <p:spPr>
          <a:xfrm>
            <a:off x="1248910" y="710975"/>
            <a:ext cx="5576887" cy="1985961"/>
          </a:xfrm>
          <a:custGeom>
            <a:avLst/>
            <a:gdLst>
              <a:gd name="connsiteX0" fmla="*/ 0 w 5553075"/>
              <a:gd name="connsiteY0" fmla="*/ 2019301 h 2019301"/>
              <a:gd name="connsiteX1" fmla="*/ 1428750 w 5553075"/>
              <a:gd name="connsiteY1" fmla="*/ 1352551 h 2019301"/>
              <a:gd name="connsiteX2" fmla="*/ 2733675 w 5553075"/>
              <a:gd name="connsiteY2" fmla="*/ 1 h 2019301"/>
              <a:gd name="connsiteX3" fmla="*/ 4067175 w 5553075"/>
              <a:gd name="connsiteY3" fmla="*/ 1343026 h 2019301"/>
              <a:gd name="connsiteX4" fmla="*/ 5553075 w 5553075"/>
              <a:gd name="connsiteY4" fmla="*/ 2009776 h 2019301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1491 h 1991491"/>
              <a:gd name="connsiteX1" fmla="*/ 1452562 w 5576887"/>
              <a:gd name="connsiteY1" fmla="*/ 1329504 h 1991491"/>
              <a:gd name="connsiteX2" fmla="*/ 2800350 w 5576887"/>
              <a:gd name="connsiteY2" fmla="*/ 767 h 1991491"/>
              <a:gd name="connsiteX3" fmla="*/ 4386262 w 5576887"/>
              <a:gd name="connsiteY3" fmla="*/ 1529528 h 1991491"/>
              <a:gd name="connsiteX4" fmla="*/ 5576887 w 5576887"/>
              <a:gd name="connsiteY4" fmla="*/ 1986729 h 1991491"/>
              <a:gd name="connsiteX0" fmla="*/ 0 w 5576887"/>
              <a:gd name="connsiteY0" fmla="*/ 1991262 h 1991262"/>
              <a:gd name="connsiteX1" fmla="*/ 1452562 w 5576887"/>
              <a:gd name="connsiteY1" fmla="*/ 1329275 h 1991262"/>
              <a:gd name="connsiteX2" fmla="*/ 2800350 w 5576887"/>
              <a:gd name="connsiteY2" fmla="*/ 538 h 1991262"/>
              <a:gd name="connsiteX3" fmla="*/ 4357687 w 5576887"/>
              <a:gd name="connsiteY3" fmla="*/ 1495961 h 1991262"/>
              <a:gd name="connsiteX4" fmla="*/ 5576887 w 5576887"/>
              <a:gd name="connsiteY4" fmla="*/ 1986500 h 1991262"/>
              <a:gd name="connsiteX0" fmla="*/ 0 w 5576887"/>
              <a:gd name="connsiteY0" fmla="*/ 1986518 h 1986518"/>
              <a:gd name="connsiteX1" fmla="*/ 1452562 w 5576887"/>
              <a:gd name="connsiteY1" fmla="*/ 1324531 h 1986518"/>
              <a:gd name="connsiteX2" fmla="*/ 2781300 w 5576887"/>
              <a:gd name="connsiteY2" fmla="*/ 557 h 1986518"/>
              <a:gd name="connsiteX3" fmla="*/ 4357687 w 5576887"/>
              <a:gd name="connsiteY3" fmla="*/ 1491217 h 1986518"/>
              <a:gd name="connsiteX4" fmla="*/ 5576887 w 5576887"/>
              <a:gd name="connsiteY4" fmla="*/ 1981756 h 1986518"/>
              <a:gd name="connsiteX0" fmla="*/ 0 w 5576887"/>
              <a:gd name="connsiteY0" fmla="*/ 1987118 h 1987118"/>
              <a:gd name="connsiteX1" fmla="*/ 1452562 w 5576887"/>
              <a:gd name="connsiteY1" fmla="*/ 1325131 h 1987118"/>
              <a:gd name="connsiteX2" fmla="*/ 2781300 w 5576887"/>
              <a:gd name="connsiteY2" fmla="*/ 1157 h 1987118"/>
              <a:gd name="connsiteX3" fmla="*/ 4357687 w 5576887"/>
              <a:gd name="connsiteY3" fmla="*/ 1491817 h 1987118"/>
              <a:gd name="connsiteX4" fmla="*/ 5576887 w 5576887"/>
              <a:gd name="connsiteY4" fmla="*/ 1982356 h 1987118"/>
              <a:gd name="connsiteX0" fmla="*/ 0 w 5576887"/>
              <a:gd name="connsiteY0" fmla="*/ 1985981 h 1985981"/>
              <a:gd name="connsiteX1" fmla="*/ 1452562 w 5576887"/>
              <a:gd name="connsiteY1" fmla="*/ 1323994 h 1985981"/>
              <a:gd name="connsiteX2" fmla="*/ 2781300 w 5576887"/>
              <a:gd name="connsiteY2" fmla="*/ 20 h 1985981"/>
              <a:gd name="connsiteX3" fmla="*/ 4357687 w 5576887"/>
              <a:gd name="connsiteY3" fmla="*/ 1490680 h 1985981"/>
              <a:gd name="connsiteX4" fmla="*/ 5576887 w 5576887"/>
              <a:gd name="connsiteY4" fmla="*/ 1981219 h 1985981"/>
              <a:gd name="connsiteX0" fmla="*/ 0 w 5576887"/>
              <a:gd name="connsiteY0" fmla="*/ 1986517 h 1986517"/>
              <a:gd name="connsiteX1" fmla="*/ 1452562 w 5576887"/>
              <a:gd name="connsiteY1" fmla="*/ 1324530 h 1986517"/>
              <a:gd name="connsiteX2" fmla="*/ 2781300 w 5576887"/>
              <a:gd name="connsiteY2" fmla="*/ 556 h 1986517"/>
              <a:gd name="connsiteX3" fmla="*/ 4338637 w 5576887"/>
              <a:gd name="connsiteY3" fmla="*/ 1491216 h 1986517"/>
              <a:gd name="connsiteX4" fmla="*/ 5576887 w 5576887"/>
              <a:gd name="connsiteY4" fmla="*/ 1981755 h 1986517"/>
              <a:gd name="connsiteX0" fmla="*/ 0 w 5576887"/>
              <a:gd name="connsiteY0" fmla="*/ 1986022 h 1986022"/>
              <a:gd name="connsiteX1" fmla="*/ 1338262 w 5576887"/>
              <a:gd name="connsiteY1" fmla="*/ 1433573 h 1986022"/>
              <a:gd name="connsiteX2" fmla="*/ 2781300 w 5576887"/>
              <a:gd name="connsiteY2" fmla="*/ 61 h 1986022"/>
              <a:gd name="connsiteX3" fmla="*/ 4338637 w 5576887"/>
              <a:gd name="connsiteY3" fmla="*/ 1490721 h 1986022"/>
              <a:gd name="connsiteX4" fmla="*/ 5576887 w 5576887"/>
              <a:gd name="connsiteY4" fmla="*/ 1981260 h 1986022"/>
              <a:gd name="connsiteX0" fmla="*/ 0 w 5576887"/>
              <a:gd name="connsiteY0" fmla="*/ 1986027 h 1986027"/>
              <a:gd name="connsiteX1" fmla="*/ 1338262 w 5576887"/>
              <a:gd name="connsiteY1" fmla="*/ 1433578 h 1986027"/>
              <a:gd name="connsiteX2" fmla="*/ 2781300 w 5576887"/>
              <a:gd name="connsiteY2" fmla="*/ 66 h 1986027"/>
              <a:gd name="connsiteX3" fmla="*/ 4338637 w 5576887"/>
              <a:gd name="connsiteY3" fmla="*/ 1490726 h 1986027"/>
              <a:gd name="connsiteX4" fmla="*/ 5576887 w 5576887"/>
              <a:gd name="connsiteY4" fmla="*/ 1981265 h 1986027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8 h 1986018"/>
              <a:gd name="connsiteX1" fmla="*/ 1338262 w 5576887"/>
              <a:gd name="connsiteY1" fmla="*/ 1433569 h 1986018"/>
              <a:gd name="connsiteX2" fmla="*/ 2781300 w 5576887"/>
              <a:gd name="connsiteY2" fmla="*/ 57 h 1986018"/>
              <a:gd name="connsiteX3" fmla="*/ 4338637 w 5576887"/>
              <a:gd name="connsiteY3" fmla="*/ 1490717 h 1986018"/>
              <a:gd name="connsiteX4" fmla="*/ 5576887 w 5576887"/>
              <a:gd name="connsiteY4" fmla="*/ 1981256 h 1986018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338637 w 5576887"/>
              <a:gd name="connsiteY3" fmla="*/ 1490660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6887" h="1985961">
                <a:moveTo>
                  <a:pt x="0" y="1985961"/>
                </a:moveTo>
                <a:cubicBezTo>
                  <a:pt x="662780" y="1954211"/>
                  <a:pt x="1088948" y="1634060"/>
                  <a:pt x="1338262" y="1433512"/>
                </a:cubicBezTo>
                <a:cubicBezTo>
                  <a:pt x="1691611" y="1149278"/>
                  <a:pt x="2299494" y="794"/>
                  <a:pt x="2781300" y="0"/>
                </a:cubicBezTo>
                <a:cubicBezTo>
                  <a:pt x="3263106" y="-794"/>
                  <a:pt x="3853629" y="1095037"/>
                  <a:pt x="4229100" y="1428748"/>
                </a:cubicBezTo>
                <a:cubicBezTo>
                  <a:pt x="4424710" y="1602602"/>
                  <a:pt x="4902200" y="1943892"/>
                  <a:pt x="5576887" y="1981199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Distribusi normal">
            <a:extLst>
              <a:ext uri="{FF2B5EF4-FFF2-40B4-BE49-F238E27FC236}">
                <a16:creationId xmlns:a16="http://schemas.microsoft.com/office/drawing/2014/main" id="{046E5A88-A68D-9B63-1964-ACB2CE3D48E5}"/>
              </a:ext>
            </a:extLst>
          </p:cNvPr>
          <p:cNvSpPr/>
          <p:nvPr/>
        </p:nvSpPr>
        <p:spPr>
          <a:xfrm>
            <a:off x="3237366" y="3972153"/>
            <a:ext cx="5576887" cy="1985961"/>
          </a:xfrm>
          <a:custGeom>
            <a:avLst/>
            <a:gdLst>
              <a:gd name="connsiteX0" fmla="*/ 0 w 5553075"/>
              <a:gd name="connsiteY0" fmla="*/ 2019301 h 2019301"/>
              <a:gd name="connsiteX1" fmla="*/ 1428750 w 5553075"/>
              <a:gd name="connsiteY1" fmla="*/ 1352551 h 2019301"/>
              <a:gd name="connsiteX2" fmla="*/ 2733675 w 5553075"/>
              <a:gd name="connsiteY2" fmla="*/ 1 h 2019301"/>
              <a:gd name="connsiteX3" fmla="*/ 4067175 w 5553075"/>
              <a:gd name="connsiteY3" fmla="*/ 1343026 h 2019301"/>
              <a:gd name="connsiteX4" fmla="*/ 5553075 w 5553075"/>
              <a:gd name="connsiteY4" fmla="*/ 2009776 h 2019301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1491 h 1991491"/>
              <a:gd name="connsiteX1" fmla="*/ 1452562 w 5576887"/>
              <a:gd name="connsiteY1" fmla="*/ 1329504 h 1991491"/>
              <a:gd name="connsiteX2" fmla="*/ 2800350 w 5576887"/>
              <a:gd name="connsiteY2" fmla="*/ 767 h 1991491"/>
              <a:gd name="connsiteX3" fmla="*/ 4386262 w 5576887"/>
              <a:gd name="connsiteY3" fmla="*/ 1529528 h 1991491"/>
              <a:gd name="connsiteX4" fmla="*/ 5576887 w 5576887"/>
              <a:gd name="connsiteY4" fmla="*/ 1986729 h 1991491"/>
              <a:gd name="connsiteX0" fmla="*/ 0 w 5576887"/>
              <a:gd name="connsiteY0" fmla="*/ 1991262 h 1991262"/>
              <a:gd name="connsiteX1" fmla="*/ 1452562 w 5576887"/>
              <a:gd name="connsiteY1" fmla="*/ 1329275 h 1991262"/>
              <a:gd name="connsiteX2" fmla="*/ 2800350 w 5576887"/>
              <a:gd name="connsiteY2" fmla="*/ 538 h 1991262"/>
              <a:gd name="connsiteX3" fmla="*/ 4357687 w 5576887"/>
              <a:gd name="connsiteY3" fmla="*/ 1495961 h 1991262"/>
              <a:gd name="connsiteX4" fmla="*/ 5576887 w 5576887"/>
              <a:gd name="connsiteY4" fmla="*/ 1986500 h 1991262"/>
              <a:gd name="connsiteX0" fmla="*/ 0 w 5576887"/>
              <a:gd name="connsiteY0" fmla="*/ 1986518 h 1986518"/>
              <a:gd name="connsiteX1" fmla="*/ 1452562 w 5576887"/>
              <a:gd name="connsiteY1" fmla="*/ 1324531 h 1986518"/>
              <a:gd name="connsiteX2" fmla="*/ 2781300 w 5576887"/>
              <a:gd name="connsiteY2" fmla="*/ 557 h 1986518"/>
              <a:gd name="connsiteX3" fmla="*/ 4357687 w 5576887"/>
              <a:gd name="connsiteY3" fmla="*/ 1491217 h 1986518"/>
              <a:gd name="connsiteX4" fmla="*/ 5576887 w 5576887"/>
              <a:gd name="connsiteY4" fmla="*/ 1981756 h 1986518"/>
              <a:gd name="connsiteX0" fmla="*/ 0 w 5576887"/>
              <a:gd name="connsiteY0" fmla="*/ 1987118 h 1987118"/>
              <a:gd name="connsiteX1" fmla="*/ 1452562 w 5576887"/>
              <a:gd name="connsiteY1" fmla="*/ 1325131 h 1987118"/>
              <a:gd name="connsiteX2" fmla="*/ 2781300 w 5576887"/>
              <a:gd name="connsiteY2" fmla="*/ 1157 h 1987118"/>
              <a:gd name="connsiteX3" fmla="*/ 4357687 w 5576887"/>
              <a:gd name="connsiteY3" fmla="*/ 1491817 h 1987118"/>
              <a:gd name="connsiteX4" fmla="*/ 5576887 w 5576887"/>
              <a:gd name="connsiteY4" fmla="*/ 1982356 h 1987118"/>
              <a:gd name="connsiteX0" fmla="*/ 0 w 5576887"/>
              <a:gd name="connsiteY0" fmla="*/ 1985981 h 1985981"/>
              <a:gd name="connsiteX1" fmla="*/ 1452562 w 5576887"/>
              <a:gd name="connsiteY1" fmla="*/ 1323994 h 1985981"/>
              <a:gd name="connsiteX2" fmla="*/ 2781300 w 5576887"/>
              <a:gd name="connsiteY2" fmla="*/ 20 h 1985981"/>
              <a:gd name="connsiteX3" fmla="*/ 4357687 w 5576887"/>
              <a:gd name="connsiteY3" fmla="*/ 1490680 h 1985981"/>
              <a:gd name="connsiteX4" fmla="*/ 5576887 w 5576887"/>
              <a:gd name="connsiteY4" fmla="*/ 1981219 h 1985981"/>
              <a:gd name="connsiteX0" fmla="*/ 0 w 5576887"/>
              <a:gd name="connsiteY0" fmla="*/ 1986517 h 1986517"/>
              <a:gd name="connsiteX1" fmla="*/ 1452562 w 5576887"/>
              <a:gd name="connsiteY1" fmla="*/ 1324530 h 1986517"/>
              <a:gd name="connsiteX2" fmla="*/ 2781300 w 5576887"/>
              <a:gd name="connsiteY2" fmla="*/ 556 h 1986517"/>
              <a:gd name="connsiteX3" fmla="*/ 4338637 w 5576887"/>
              <a:gd name="connsiteY3" fmla="*/ 1491216 h 1986517"/>
              <a:gd name="connsiteX4" fmla="*/ 5576887 w 5576887"/>
              <a:gd name="connsiteY4" fmla="*/ 1981755 h 1986517"/>
              <a:gd name="connsiteX0" fmla="*/ 0 w 5576887"/>
              <a:gd name="connsiteY0" fmla="*/ 1986022 h 1986022"/>
              <a:gd name="connsiteX1" fmla="*/ 1338262 w 5576887"/>
              <a:gd name="connsiteY1" fmla="*/ 1433573 h 1986022"/>
              <a:gd name="connsiteX2" fmla="*/ 2781300 w 5576887"/>
              <a:gd name="connsiteY2" fmla="*/ 61 h 1986022"/>
              <a:gd name="connsiteX3" fmla="*/ 4338637 w 5576887"/>
              <a:gd name="connsiteY3" fmla="*/ 1490721 h 1986022"/>
              <a:gd name="connsiteX4" fmla="*/ 5576887 w 5576887"/>
              <a:gd name="connsiteY4" fmla="*/ 1981260 h 1986022"/>
              <a:gd name="connsiteX0" fmla="*/ 0 w 5576887"/>
              <a:gd name="connsiteY0" fmla="*/ 1986027 h 1986027"/>
              <a:gd name="connsiteX1" fmla="*/ 1338262 w 5576887"/>
              <a:gd name="connsiteY1" fmla="*/ 1433578 h 1986027"/>
              <a:gd name="connsiteX2" fmla="*/ 2781300 w 5576887"/>
              <a:gd name="connsiteY2" fmla="*/ 66 h 1986027"/>
              <a:gd name="connsiteX3" fmla="*/ 4338637 w 5576887"/>
              <a:gd name="connsiteY3" fmla="*/ 1490726 h 1986027"/>
              <a:gd name="connsiteX4" fmla="*/ 5576887 w 5576887"/>
              <a:gd name="connsiteY4" fmla="*/ 1981265 h 1986027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8 h 1986018"/>
              <a:gd name="connsiteX1" fmla="*/ 1338262 w 5576887"/>
              <a:gd name="connsiteY1" fmla="*/ 1433569 h 1986018"/>
              <a:gd name="connsiteX2" fmla="*/ 2781300 w 5576887"/>
              <a:gd name="connsiteY2" fmla="*/ 57 h 1986018"/>
              <a:gd name="connsiteX3" fmla="*/ 4338637 w 5576887"/>
              <a:gd name="connsiteY3" fmla="*/ 1490717 h 1986018"/>
              <a:gd name="connsiteX4" fmla="*/ 5576887 w 5576887"/>
              <a:gd name="connsiteY4" fmla="*/ 1981256 h 1986018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338637 w 5576887"/>
              <a:gd name="connsiteY3" fmla="*/ 1490660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6887" h="1985961">
                <a:moveTo>
                  <a:pt x="0" y="1985961"/>
                </a:moveTo>
                <a:cubicBezTo>
                  <a:pt x="662780" y="1954211"/>
                  <a:pt x="1088948" y="1634060"/>
                  <a:pt x="1338262" y="1433512"/>
                </a:cubicBezTo>
                <a:cubicBezTo>
                  <a:pt x="1691611" y="1149278"/>
                  <a:pt x="2299494" y="794"/>
                  <a:pt x="2781300" y="0"/>
                </a:cubicBezTo>
                <a:cubicBezTo>
                  <a:pt x="3263106" y="-794"/>
                  <a:pt x="3853629" y="1095037"/>
                  <a:pt x="4229100" y="1428748"/>
                </a:cubicBezTo>
                <a:cubicBezTo>
                  <a:pt x="4424710" y="1602602"/>
                  <a:pt x="4902200" y="1943892"/>
                  <a:pt x="5576887" y="1981199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CDB3D32-2A04-A368-ACA3-7EEF0F7D764F}"/>
              </a:ext>
            </a:extLst>
          </p:cNvPr>
          <p:cNvSpPr/>
          <p:nvPr/>
        </p:nvSpPr>
        <p:spPr>
          <a:xfrm>
            <a:off x="1246528" y="1215314"/>
            <a:ext cx="5576887" cy="1481622"/>
          </a:xfrm>
          <a:custGeom>
            <a:avLst/>
            <a:gdLst>
              <a:gd name="connsiteX0" fmla="*/ 0 w 5553075"/>
              <a:gd name="connsiteY0" fmla="*/ 2019301 h 2019301"/>
              <a:gd name="connsiteX1" fmla="*/ 1428750 w 5553075"/>
              <a:gd name="connsiteY1" fmla="*/ 1352551 h 2019301"/>
              <a:gd name="connsiteX2" fmla="*/ 2733675 w 5553075"/>
              <a:gd name="connsiteY2" fmla="*/ 1 h 2019301"/>
              <a:gd name="connsiteX3" fmla="*/ 4067175 w 5553075"/>
              <a:gd name="connsiteY3" fmla="*/ 1343026 h 2019301"/>
              <a:gd name="connsiteX4" fmla="*/ 5553075 w 5553075"/>
              <a:gd name="connsiteY4" fmla="*/ 2009776 h 2019301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1491 h 1991491"/>
              <a:gd name="connsiteX1" fmla="*/ 1452562 w 5576887"/>
              <a:gd name="connsiteY1" fmla="*/ 1329504 h 1991491"/>
              <a:gd name="connsiteX2" fmla="*/ 2800350 w 5576887"/>
              <a:gd name="connsiteY2" fmla="*/ 767 h 1991491"/>
              <a:gd name="connsiteX3" fmla="*/ 4386262 w 5576887"/>
              <a:gd name="connsiteY3" fmla="*/ 1529528 h 1991491"/>
              <a:gd name="connsiteX4" fmla="*/ 5576887 w 5576887"/>
              <a:gd name="connsiteY4" fmla="*/ 1986729 h 1991491"/>
              <a:gd name="connsiteX0" fmla="*/ 0 w 5576887"/>
              <a:gd name="connsiteY0" fmla="*/ 1991262 h 1991262"/>
              <a:gd name="connsiteX1" fmla="*/ 1452562 w 5576887"/>
              <a:gd name="connsiteY1" fmla="*/ 1329275 h 1991262"/>
              <a:gd name="connsiteX2" fmla="*/ 2800350 w 5576887"/>
              <a:gd name="connsiteY2" fmla="*/ 538 h 1991262"/>
              <a:gd name="connsiteX3" fmla="*/ 4357687 w 5576887"/>
              <a:gd name="connsiteY3" fmla="*/ 1495961 h 1991262"/>
              <a:gd name="connsiteX4" fmla="*/ 5576887 w 5576887"/>
              <a:gd name="connsiteY4" fmla="*/ 1986500 h 1991262"/>
              <a:gd name="connsiteX0" fmla="*/ 0 w 5576887"/>
              <a:gd name="connsiteY0" fmla="*/ 1986518 h 1986518"/>
              <a:gd name="connsiteX1" fmla="*/ 1452562 w 5576887"/>
              <a:gd name="connsiteY1" fmla="*/ 1324531 h 1986518"/>
              <a:gd name="connsiteX2" fmla="*/ 2781300 w 5576887"/>
              <a:gd name="connsiteY2" fmla="*/ 557 h 1986518"/>
              <a:gd name="connsiteX3" fmla="*/ 4357687 w 5576887"/>
              <a:gd name="connsiteY3" fmla="*/ 1491217 h 1986518"/>
              <a:gd name="connsiteX4" fmla="*/ 5576887 w 5576887"/>
              <a:gd name="connsiteY4" fmla="*/ 1981756 h 1986518"/>
              <a:gd name="connsiteX0" fmla="*/ 0 w 5576887"/>
              <a:gd name="connsiteY0" fmla="*/ 1987118 h 1987118"/>
              <a:gd name="connsiteX1" fmla="*/ 1452562 w 5576887"/>
              <a:gd name="connsiteY1" fmla="*/ 1325131 h 1987118"/>
              <a:gd name="connsiteX2" fmla="*/ 2781300 w 5576887"/>
              <a:gd name="connsiteY2" fmla="*/ 1157 h 1987118"/>
              <a:gd name="connsiteX3" fmla="*/ 4357687 w 5576887"/>
              <a:gd name="connsiteY3" fmla="*/ 1491817 h 1987118"/>
              <a:gd name="connsiteX4" fmla="*/ 5576887 w 5576887"/>
              <a:gd name="connsiteY4" fmla="*/ 1982356 h 1987118"/>
              <a:gd name="connsiteX0" fmla="*/ 0 w 5576887"/>
              <a:gd name="connsiteY0" fmla="*/ 1985981 h 1985981"/>
              <a:gd name="connsiteX1" fmla="*/ 1452562 w 5576887"/>
              <a:gd name="connsiteY1" fmla="*/ 1323994 h 1985981"/>
              <a:gd name="connsiteX2" fmla="*/ 2781300 w 5576887"/>
              <a:gd name="connsiteY2" fmla="*/ 20 h 1985981"/>
              <a:gd name="connsiteX3" fmla="*/ 4357687 w 5576887"/>
              <a:gd name="connsiteY3" fmla="*/ 1490680 h 1985981"/>
              <a:gd name="connsiteX4" fmla="*/ 5576887 w 5576887"/>
              <a:gd name="connsiteY4" fmla="*/ 1981219 h 1985981"/>
              <a:gd name="connsiteX0" fmla="*/ 0 w 5576887"/>
              <a:gd name="connsiteY0" fmla="*/ 1986517 h 1986517"/>
              <a:gd name="connsiteX1" fmla="*/ 1452562 w 5576887"/>
              <a:gd name="connsiteY1" fmla="*/ 1324530 h 1986517"/>
              <a:gd name="connsiteX2" fmla="*/ 2781300 w 5576887"/>
              <a:gd name="connsiteY2" fmla="*/ 556 h 1986517"/>
              <a:gd name="connsiteX3" fmla="*/ 4338637 w 5576887"/>
              <a:gd name="connsiteY3" fmla="*/ 1491216 h 1986517"/>
              <a:gd name="connsiteX4" fmla="*/ 5576887 w 5576887"/>
              <a:gd name="connsiteY4" fmla="*/ 1981755 h 1986517"/>
              <a:gd name="connsiteX0" fmla="*/ 0 w 5576887"/>
              <a:gd name="connsiteY0" fmla="*/ 1986022 h 1986022"/>
              <a:gd name="connsiteX1" fmla="*/ 1338262 w 5576887"/>
              <a:gd name="connsiteY1" fmla="*/ 1433573 h 1986022"/>
              <a:gd name="connsiteX2" fmla="*/ 2781300 w 5576887"/>
              <a:gd name="connsiteY2" fmla="*/ 61 h 1986022"/>
              <a:gd name="connsiteX3" fmla="*/ 4338637 w 5576887"/>
              <a:gd name="connsiteY3" fmla="*/ 1490721 h 1986022"/>
              <a:gd name="connsiteX4" fmla="*/ 5576887 w 5576887"/>
              <a:gd name="connsiteY4" fmla="*/ 1981260 h 1986022"/>
              <a:gd name="connsiteX0" fmla="*/ 0 w 5576887"/>
              <a:gd name="connsiteY0" fmla="*/ 1986027 h 1986027"/>
              <a:gd name="connsiteX1" fmla="*/ 1338262 w 5576887"/>
              <a:gd name="connsiteY1" fmla="*/ 1433578 h 1986027"/>
              <a:gd name="connsiteX2" fmla="*/ 2781300 w 5576887"/>
              <a:gd name="connsiteY2" fmla="*/ 66 h 1986027"/>
              <a:gd name="connsiteX3" fmla="*/ 4338637 w 5576887"/>
              <a:gd name="connsiteY3" fmla="*/ 1490726 h 1986027"/>
              <a:gd name="connsiteX4" fmla="*/ 5576887 w 5576887"/>
              <a:gd name="connsiteY4" fmla="*/ 1981265 h 1986027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8 h 1986018"/>
              <a:gd name="connsiteX1" fmla="*/ 1338262 w 5576887"/>
              <a:gd name="connsiteY1" fmla="*/ 1433569 h 1986018"/>
              <a:gd name="connsiteX2" fmla="*/ 2781300 w 5576887"/>
              <a:gd name="connsiteY2" fmla="*/ 57 h 1986018"/>
              <a:gd name="connsiteX3" fmla="*/ 4338637 w 5576887"/>
              <a:gd name="connsiteY3" fmla="*/ 1490717 h 1986018"/>
              <a:gd name="connsiteX4" fmla="*/ 5576887 w 5576887"/>
              <a:gd name="connsiteY4" fmla="*/ 1981256 h 1986018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338637 w 5576887"/>
              <a:gd name="connsiteY3" fmla="*/ 1490660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2002067 h 2002067"/>
              <a:gd name="connsiteX1" fmla="*/ 1338262 w 5576887"/>
              <a:gd name="connsiteY1" fmla="*/ 1449618 h 2002067"/>
              <a:gd name="connsiteX2" fmla="*/ 2781300 w 5576887"/>
              <a:gd name="connsiteY2" fmla="*/ 16106 h 2002067"/>
              <a:gd name="connsiteX3" fmla="*/ 4160520 w 5576887"/>
              <a:gd name="connsiteY3" fmla="*/ 760528 h 2002067"/>
              <a:gd name="connsiteX4" fmla="*/ 5576887 w 5576887"/>
              <a:gd name="connsiteY4" fmla="*/ 1997305 h 2002067"/>
              <a:gd name="connsiteX0" fmla="*/ 0 w 5576887"/>
              <a:gd name="connsiteY0" fmla="*/ 1986173 h 1986173"/>
              <a:gd name="connsiteX1" fmla="*/ 1376362 w 5576887"/>
              <a:gd name="connsiteY1" fmla="*/ 810681 h 1986173"/>
              <a:gd name="connsiteX2" fmla="*/ 2781300 w 5576887"/>
              <a:gd name="connsiteY2" fmla="*/ 212 h 1986173"/>
              <a:gd name="connsiteX3" fmla="*/ 4160520 w 5576887"/>
              <a:gd name="connsiteY3" fmla="*/ 744634 h 1986173"/>
              <a:gd name="connsiteX4" fmla="*/ 5576887 w 5576887"/>
              <a:gd name="connsiteY4" fmla="*/ 1981411 h 1986173"/>
              <a:gd name="connsiteX0" fmla="*/ 0 w 5576887"/>
              <a:gd name="connsiteY0" fmla="*/ 1986173 h 1986173"/>
              <a:gd name="connsiteX1" fmla="*/ 1376362 w 5576887"/>
              <a:gd name="connsiteY1" fmla="*/ 810681 h 1986173"/>
              <a:gd name="connsiteX2" fmla="*/ 2781300 w 5576887"/>
              <a:gd name="connsiteY2" fmla="*/ 212 h 1986173"/>
              <a:gd name="connsiteX3" fmla="*/ 4160520 w 5576887"/>
              <a:gd name="connsiteY3" fmla="*/ 744634 h 1986173"/>
              <a:gd name="connsiteX4" fmla="*/ 5576887 w 5576887"/>
              <a:gd name="connsiteY4" fmla="*/ 1981411 h 1986173"/>
              <a:gd name="connsiteX0" fmla="*/ 0 w 5576887"/>
              <a:gd name="connsiteY0" fmla="*/ 1986188 h 1986188"/>
              <a:gd name="connsiteX1" fmla="*/ 1376362 w 5576887"/>
              <a:gd name="connsiteY1" fmla="*/ 810696 h 1986188"/>
              <a:gd name="connsiteX2" fmla="*/ 2781300 w 5576887"/>
              <a:gd name="connsiteY2" fmla="*/ 227 h 1986188"/>
              <a:gd name="connsiteX3" fmla="*/ 4160520 w 5576887"/>
              <a:gd name="connsiteY3" fmla="*/ 744649 h 1986188"/>
              <a:gd name="connsiteX4" fmla="*/ 5576887 w 5576887"/>
              <a:gd name="connsiteY4" fmla="*/ 1981426 h 1986188"/>
              <a:gd name="connsiteX0" fmla="*/ 0 w 5576887"/>
              <a:gd name="connsiteY0" fmla="*/ 1985992 h 1985992"/>
              <a:gd name="connsiteX1" fmla="*/ 1376362 w 5576887"/>
              <a:gd name="connsiteY1" fmla="*/ 810500 h 1985992"/>
              <a:gd name="connsiteX2" fmla="*/ 2781300 w 5576887"/>
              <a:gd name="connsiteY2" fmla="*/ 31 h 1985992"/>
              <a:gd name="connsiteX3" fmla="*/ 4183380 w 5576887"/>
              <a:gd name="connsiteY3" fmla="*/ 785308 h 1985992"/>
              <a:gd name="connsiteX4" fmla="*/ 5576887 w 5576887"/>
              <a:gd name="connsiteY4" fmla="*/ 1981230 h 1985992"/>
              <a:gd name="connsiteX0" fmla="*/ 0 w 5576887"/>
              <a:gd name="connsiteY0" fmla="*/ 1985963 h 1985963"/>
              <a:gd name="connsiteX1" fmla="*/ 1376362 w 5576887"/>
              <a:gd name="connsiteY1" fmla="*/ 810471 h 1985963"/>
              <a:gd name="connsiteX2" fmla="*/ 2781300 w 5576887"/>
              <a:gd name="connsiteY2" fmla="*/ 2 h 1985963"/>
              <a:gd name="connsiteX3" fmla="*/ 4206240 w 5576887"/>
              <a:gd name="connsiteY3" fmla="*/ 815921 h 1985963"/>
              <a:gd name="connsiteX4" fmla="*/ 5576887 w 5576887"/>
              <a:gd name="connsiteY4" fmla="*/ 1981201 h 198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6887" h="1985963">
                <a:moveTo>
                  <a:pt x="0" y="1985963"/>
                </a:moveTo>
                <a:cubicBezTo>
                  <a:pt x="662780" y="1954213"/>
                  <a:pt x="1155198" y="1041692"/>
                  <a:pt x="1376362" y="810471"/>
                </a:cubicBezTo>
                <a:cubicBezTo>
                  <a:pt x="1706851" y="464954"/>
                  <a:pt x="2309654" y="-906"/>
                  <a:pt x="2781300" y="2"/>
                </a:cubicBezTo>
                <a:cubicBezTo>
                  <a:pt x="3252946" y="910"/>
                  <a:pt x="3860922" y="451097"/>
                  <a:pt x="4206240" y="815921"/>
                </a:cubicBezTo>
                <a:cubicBezTo>
                  <a:pt x="4409470" y="1030631"/>
                  <a:pt x="4902200" y="1943894"/>
                  <a:pt x="5576887" y="1981201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1" name="Distribusi t">
            <a:extLst>
              <a:ext uri="{FF2B5EF4-FFF2-40B4-BE49-F238E27FC236}">
                <a16:creationId xmlns:a16="http://schemas.microsoft.com/office/drawing/2014/main" id="{DA522290-5BA1-21EB-5D79-990AC87059E4}"/>
              </a:ext>
            </a:extLst>
          </p:cNvPr>
          <p:cNvSpPr/>
          <p:nvPr/>
        </p:nvSpPr>
        <p:spPr>
          <a:xfrm>
            <a:off x="3242243" y="4476492"/>
            <a:ext cx="5576887" cy="1481622"/>
          </a:xfrm>
          <a:custGeom>
            <a:avLst/>
            <a:gdLst>
              <a:gd name="connsiteX0" fmla="*/ 0 w 5553075"/>
              <a:gd name="connsiteY0" fmla="*/ 2019301 h 2019301"/>
              <a:gd name="connsiteX1" fmla="*/ 1428750 w 5553075"/>
              <a:gd name="connsiteY1" fmla="*/ 1352551 h 2019301"/>
              <a:gd name="connsiteX2" fmla="*/ 2733675 w 5553075"/>
              <a:gd name="connsiteY2" fmla="*/ 1 h 2019301"/>
              <a:gd name="connsiteX3" fmla="*/ 4067175 w 5553075"/>
              <a:gd name="connsiteY3" fmla="*/ 1343026 h 2019301"/>
              <a:gd name="connsiteX4" fmla="*/ 5553075 w 5553075"/>
              <a:gd name="connsiteY4" fmla="*/ 2009776 h 2019301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1491 h 1991491"/>
              <a:gd name="connsiteX1" fmla="*/ 1452562 w 5576887"/>
              <a:gd name="connsiteY1" fmla="*/ 1329504 h 1991491"/>
              <a:gd name="connsiteX2" fmla="*/ 2800350 w 5576887"/>
              <a:gd name="connsiteY2" fmla="*/ 767 h 1991491"/>
              <a:gd name="connsiteX3" fmla="*/ 4386262 w 5576887"/>
              <a:gd name="connsiteY3" fmla="*/ 1529528 h 1991491"/>
              <a:gd name="connsiteX4" fmla="*/ 5576887 w 5576887"/>
              <a:gd name="connsiteY4" fmla="*/ 1986729 h 1991491"/>
              <a:gd name="connsiteX0" fmla="*/ 0 w 5576887"/>
              <a:gd name="connsiteY0" fmla="*/ 1991262 h 1991262"/>
              <a:gd name="connsiteX1" fmla="*/ 1452562 w 5576887"/>
              <a:gd name="connsiteY1" fmla="*/ 1329275 h 1991262"/>
              <a:gd name="connsiteX2" fmla="*/ 2800350 w 5576887"/>
              <a:gd name="connsiteY2" fmla="*/ 538 h 1991262"/>
              <a:gd name="connsiteX3" fmla="*/ 4357687 w 5576887"/>
              <a:gd name="connsiteY3" fmla="*/ 1495961 h 1991262"/>
              <a:gd name="connsiteX4" fmla="*/ 5576887 w 5576887"/>
              <a:gd name="connsiteY4" fmla="*/ 1986500 h 1991262"/>
              <a:gd name="connsiteX0" fmla="*/ 0 w 5576887"/>
              <a:gd name="connsiteY0" fmla="*/ 1986518 h 1986518"/>
              <a:gd name="connsiteX1" fmla="*/ 1452562 w 5576887"/>
              <a:gd name="connsiteY1" fmla="*/ 1324531 h 1986518"/>
              <a:gd name="connsiteX2" fmla="*/ 2781300 w 5576887"/>
              <a:gd name="connsiteY2" fmla="*/ 557 h 1986518"/>
              <a:gd name="connsiteX3" fmla="*/ 4357687 w 5576887"/>
              <a:gd name="connsiteY3" fmla="*/ 1491217 h 1986518"/>
              <a:gd name="connsiteX4" fmla="*/ 5576887 w 5576887"/>
              <a:gd name="connsiteY4" fmla="*/ 1981756 h 1986518"/>
              <a:gd name="connsiteX0" fmla="*/ 0 w 5576887"/>
              <a:gd name="connsiteY0" fmla="*/ 1987118 h 1987118"/>
              <a:gd name="connsiteX1" fmla="*/ 1452562 w 5576887"/>
              <a:gd name="connsiteY1" fmla="*/ 1325131 h 1987118"/>
              <a:gd name="connsiteX2" fmla="*/ 2781300 w 5576887"/>
              <a:gd name="connsiteY2" fmla="*/ 1157 h 1987118"/>
              <a:gd name="connsiteX3" fmla="*/ 4357687 w 5576887"/>
              <a:gd name="connsiteY3" fmla="*/ 1491817 h 1987118"/>
              <a:gd name="connsiteX4" fmla="*/ 5576887 w 5576887"/>
              <a:gd name="connsiteY4" fmla="*/ 1982356 h 1987118"/>
              <a:gd name="connsiteX0" fmla="*/ 0 w 5576887"/>
              <a:gd name="connsiteY0" fmla="*/ 1985981 h 1985981"/>
              <a:gd name="connsiteX1" fmla="*/ 1452562 w 5576887"/>
              <a:gd name="connsiteY1" fmla="*/ 1323994 h 1985981"/>
              <a:gd name="connsiteX2" fmla="*/ 2781300 w 5576887"/>
              <a:gd name="connsiteY2" fmla="*/ 20 h 1985981"/>
              <a:gd name="connsiteX3" fmla="*/ 4357687 w 5576887"/>
              <a:gd name="connsiteY3" fmla="*/ 1490680 h 1985981"/>
              <a:gd name="connsiteX4" fmla="*/ 5576887 w 5576887"/>
              <a:gd name="connsiteY4" fmla="*/ 1981219 h 1985981"/>
              <a:gd name="connsiteX0" fmla="*/ 0 w 5576887"/>
              <a:gd name="connsiteY0" fmla="*/ 1986517 h 1986517"/>
              <a:gd name="connsiteX1" fmla="*/ 1452562 w 5576887"/>
              <a:gd name="connsiteY1" fmla="*/ 1324530 h 1986517"/>
              <a:gd name="connsiteX2" fmla="*/ 2781300 w 5576887"/>
              <a:gd name="connsiteY2" fmla="*/ 556 h 1986517"/>
              <a:gd name="connsiteX3" fmla="*/ 4338637 w 5576887"/>
              <a:gd name="connsiteY3" fmla="*/ 1491216 h 1986517"/>
              <a:gd name="connsiteX4" fmla="*/ 5576887 w 5576887"/>
              <a:gd name="connsiteY4" fmla="*/ 1981755 h 1986517"/>
              <a:gd name="connsiteX0" fmla="*/ 0 w 5576887"/>
              <a:gd name="connsiteY0" fmla="*/ 1986022 h 1986022"/>
              <a:gd name="connsiteX1" fmla="*/ 1338262 w 5576887"/>
              <a:gd name="connsiteY1" fmla="*/ 1433573 h 1986022"/>
              <a:gd name="connsiteX2" fmla="*/ 2781300 w 5576887"/>
              <a:gd name="connsiteY2" fmla="*/ 61 h 1986022"/>
              <a:gd name="connsiteX3" fmla="*/ 4338637 w 5576887"/>
              <a:gd name="connsiteY3" fmla="*/ 1490721 h 1986022"/>
              <a:gd name="connsiteX4" fmla="*/ 5576887 w 5576887"/>
              <a:gd name="connsiteY4" fmla="*/ 1981260 h 1986022"/>
              <a:gd name="connsiteX0" fmla="*/ 0 w 5576887"/>
              <a:gd name="connsiteY0" fmla="*/ 1986027 h 1986027"/>
              <a:gd name="connsiteX1" fmla="*/ 1338262 w 5576887"/>
              <a:gd name="connsiteY1" fmla="*/ 1433578 h 1986027"/>
              <a:gd name="connsiteX2" fmla="*/ 2781300 w 5576887"/>
              <a:gd name="connsiteY2" fmla="*/ 66 h 1986027"/>
              <a:gd name="connsiteX3" fmla="*/ 4338637 w 5576887"/>
              <a:gd name="connsiteY3" fmla="*/ 1490726 h 1986027"/>
              <a:gd name="connsiteX4" fmla="*/ 5576887 w 5576887"/>
              <a:gd name="connsiteY4" fmla="*/ 1981265 h 1986027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8 h 1986018"/>
              <a:gd name="connsiteX1" fmla="*/ 1338262 w 5576887"/>
              <a:gd name="connsiteY1" fmla="*/ 1433569 h 1986018"/>
              <a:gd name="connsiteX2" fmla="*/ 2781300 w 5576887"/>
              <a:gd name="connsiteY2" fmla="*/ 57 h 1986018"/>
              <a:gd name="connsiteX3" fmla="*/ 4338637 w 5576887"/>
              <a:gd name="connsiteY3" fmla="*/ 1490717 h 1986018"/>
              <a:gd name="connsiteX4" fmla="*/ 5576887 w 5576887"/>
              <a:gd name="connsiteY4" fmla="*/ 1981256 h 1986018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338637 w 5576887"/>
              <a:gd name="connsiteY3" fmla="*/ 1490660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2002067 h 2002067"/>
              <a:gd name="connsiteX1" fmla="*/ 1338262 w 5576887"/>
              <a:gd name="connsiteY1" fmla="*/ 1449618 h 2002067"/>
              <a:gd name="connsiteX2" fmla="*/ 2781300 w 5576887"/>
              <a:gd name="connsiteY2" fmla="*/ 16106 h 2002067"/>
              <a:gd name="connsiteX3" fmla="*/ 4160520 w 5576887"/>
              <a:gd name="connsiteY3" fmla="*/ 760528 h 2002067"/>
              <a:gd name="connsiteX4" fmla="*/ 5576887 w 5576887"/>
              <a:gd name="connsiteY4" fmla="*/ 1997305 h 2002067"/>
              <a:gd name="connsiteX0" fmla="*/ 0 w 5576887"/>
              <a:gd name="connsiteY0" fmla="*/ 1986173 h 1986173"/>
              <a:gd name="connsiteX1" fmla="*/ 1376362 w 5576887"/>
              <a:gd name="connsiteY1" fmla="*/ 810681 h 1986173"/>
              <a:gd name="connsiteX2" fmla="*/ 2781300 w 5576887"/>
              <a:gd name="connsiteY2" fmla="*/ 212 h 1986173"/>
              <a:gd name="connsiteX3" fmla="*/ 4160520 w 5576887"/>
              <a:gd name="connsiteY3" fmla="*/ 744634 h 1986173"/>
              <a:gd name="connsiteX4" fmla="*/ 5576887 w 5576887"/>
              <a:gd name="connsiteY4" fmla="*/ 1981411 h 1986173"/>
              <a:gd name="connsiteX0" fmla="*/ 0 w 5576887"/>
              <a:gd name="connsiteY0" fmla="*/ 1986173 h 1986173"/>
              <a:gd name="connsiteX1" fmla="*/ 1376362 w 5576887"/>
              <a:gd name="connsiteY1" fmla="*/ 810681 h 1986173"/>
              <a:gd name="connsiteX2" fmla="*/ 2781300 w 5576887"/>
              <a:gd name="connsiteY2" fmla="*/ 212 h 1986173"/>
              <a:gd name="connsiteX3" fmla="*/ 4160520 w 5576887"/>
              <a:gd name="connsiteY3" fmla="*/ 744634 h 1986173"/>
              <a:gd name="connsiteX4" fmla="*/ 5576887 w 5576887"/>
              <a:gd name="connsiteY4" fmla="*/ 1981411 h 1986173"/>
              <a:gd name="connsiteX0" fmla="*/ 0 w 5576887"/>
              <a:gd name="connsiteY0" fmla="*/ 1986188 h 1986188"/>
              <a:gd name="connsiteX1" fmla="*/ 1376362 w 5576887"/>
              <a:gd name="connsiteY1" fmla="*/ 810696 h 1986188"/>
              <a:gd name="connsiteX2" fmla="*/ 2781300 w 5576887"/>
              <a:gd name="connsiteY2" fmla="*/ 227 h 1986188"/>
              <a:gd name="connsiteX3" fmla="*/ 4160520 w 5576887"/>
              <a:gd name="connsiteY3" fmla="*/ 744649 h 1986188"/>
              <a:gd name="connsiteX4" fmla="*/ 5576887 w 5576887"/>
              <a:gd name="connsiteY4" fmla="*/ 1981426 h 1986188"/>
              <a:gd name="connsiteX0" fmla="*/ 0 w 5576887"/>
              <a:gd name="connsiteY0" fmla="*/ 1985992 h 1985992"/>
              <a:gd name="connsiteX1" fmla="*/ 1376362 w 5576887"/>
              <a:gd name="connsiteY1" fmla="*/ 810500 h 1985992"/>
              <a:gd name="connsiteX2" fmla="*/ 2781300 w 5576887"/>
              <a:gd name="connsiteY2" fmla="*/ 31 h 1985992"/>
              <a:gd name="connsiteX3" fmla="*/ 4183380 w 5576887"/>
              <a:gd name="connsiteY3" fmla="*/ 785308 h 1985992"/>
              <a:gd name="connsiteX4" fmla="*/ 5576887 w 5576887"/>
              <a:gd name="connsiteY4" fmla="*/ 1981230 h 1985992"/>
              <a:gd name="connsiteX0" fmla="*/ 0 w 5576887"/>
              <a:gd name="connsiteY0" fmla="*/ 1985963 h 1985963"/>
              <a:gd name="connsiteX1" fmla="*/ 1376362 w 5576887"/>
              <a:gd name="connsiteY1" fmla="*/ 810471 h 1985963"/>
              <a:gd name="connsiteX2" fmla="*/ 2781300 w 5576887"/>
              <a:gd name="connsiteY2" fmla="*/ 2 h 1985963"/>
              <a:gd name="connsiteX3" fmla="*/ 4206240 w 5576887"/>
              <a:gd name="connsiteY3" fmla="*/ 815921 h 1985963"/>
              <a:gd name="connsiteX4" fmla="*/ 5576887 w 5576887"/>
              <a:gd name="connsiteY4" fmla="*/ 1981201 h 198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6887" h="1985963">
                <a:moveTo>
                  <a:pt x="0" y="1985963"/>
                </a:moveTo>
                <a:cubicBezTo>
                  <a:pt x="662780" y="1954213"/>
                  <a:pt x="1155198" y="1041692"/>
                  <a:pt x="1376362" y="810471"/>
                </a:cubicBezTo>
                <a:cubicBezTo>
                  <a:pt x="1706851" y="464954"/>
                  <a:pt x="2309654" y="-906"/>
                  <a:pt x="2781300" y="2"/>
                </a:cubicBezTo>
                <a:cubicBezTo>
                  <a:pt x="3252946" y="910"/>
                  <a:pt x="3860922" y="451097"/>
                  <a:pt x="4206240" y="815921"/>
                </a:cubicBezTo>
                <a:cubicBezTo>
                  <a:pt x="4409470" y="1030631"/>
                  <a:pt x="4902200" y="1943894"/>
                  <a:pt x="5576887" y="1981201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3" name="Connector bawah">
            <a:extLst>
              <a:ext uri="{FF2B5EF4-FFF2-40B4-BE49-F238E27FC236}">
                <a16:creationId xmlns:a16="http://schemas.microsoft.com/office/drawing/2014/main" id="{BC8A74E6-E6B1-BAE8-2D25-63FCBDC34B38}"/>
              </a:ext>
            </a:extLst>
          </p:cNvPr>
          <p:cNvCxnSpPr>
            <a:cxnSpLocks/>
            <a:stCxn id="11" idx="0"/>
            <a:endCxn id="11" idx="4"/>
          </p:cNvCxnSpPr>
          <p:nvPr/>
        </p:nvCxnSpPr>
        <p:spPr>
          <a:xfrm flipV="1">
            <a:off x="3242243" y="5954561"/>
            <a:ext cx="5576887" cy="35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B3BC24-3545-9A72-1FC6-9B9D6C9FCEDD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018666" y="3972153"/>
            <a:ext cx="2341" cy="19824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DCE36327-91D9-923B-011A-F9F22BFFB91E}"/>
              </a:ext>
            </a:extLst>
          </p:cNvPr>
          <p:cNvSpPr/>
          <p:nvPr/>
        </p:nvSpPr>
        <p:spPr>
          <a:xfrm>
            <a:off x="6734059" y="3748088"/>
            <a:ext cx="914400" cy="372489"/>
          </a:xfrm>
          <a:prstGeom prst="wedgeRectCallout">
            <a:avLst>
              <a:gd name="adj1" fmla="val -55208"/>
              <a:gd name="adj2" fmla="val 12494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000" dirty="0">
                <a:latin typeface="Average Sans" panose="02000503040000020003" pitchFamily="2" charset="0"/>
              </a:rPr>
              <a:t>Distribusi normal (Z)</a:t>
            </a:r>
            <a:endParaRPr lang="en-ID" sz="1000" dirty="0">
              <a:latin typeface="Average Sans" panose="02000503040000020003" pitchFamily="2" charset="0"/>
            </a:endParaRP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5CE475D3-26E8-1CAE-97B9-868F4662F508}"/>
              </a:ext>
            </a:extLst>
          </p:cNvPr>
          <p:cNvSpPr/>
          <p:nvPr/>
        </p:nvSpPr>
        <p:spPr>
          <a:xfrm>
            <a:off x="7799179" y="4590868"/>
            <a:ext cx="914400" cy="372489"/>
          </a:xfrm>
          <a:prstGeom prst="wedgeRectCallout">
            <a:avLst>
              <a:gd name="adj1" fmla="val -55208"/>
              <a:gd name="adj2" fmla="val 124943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000">
                <a:latin typeface="Average Sans" panose="02000503040000020003" pitchFamily="2" charset="0"/>
              </a:rPr>
              <a:t>Distribusi </a:t>
            </a:r>
            <a:r>
              <a:rPr lang="id-ID" sz="1000" err="1">
                <a:latin typeface="Average Sans" panose="02000503040000020003" pitchFamily="2" charset="0"/>
              </a:rPr>
              <a:t>Student’s</a:t>
            </a:r>
            <a:r>
              <a:rPr lang="id-ID" sz="1000">
                <a:latin typeface="Average Sans" panose="02000503040000020003" pitchFamily="2" charset="0"/>
              </a:rPr>
              <a:t> t</a:t>
            </a:r>
            <a:endParaRPr lang="en-ID" sz="1000">
              <a:latin typeface="Average Sans" panose="02000503040000020003" pitchFamily="2" charset="0"/>
            </a:endParaRPr>
          </a:p>
        </p:txBody>
      </p:sp>
      <p:sp>
        <p:nvSpPr>
          <p:cNvPr id="12" name="Distribusi normal">
            <a:extLst>
              <a:ext uri="{FF2B5EF4-FFF2-40B4-BE49-F238E27FC236}">
                <a16:creationId xmlns:a16="http://schemas.microsoft.com/office/drawing/2014/main" id="{8F0ED836-27A0-E052-DE8A-FBB9C1FFD23A}"/>
              </a:ext>
            </a:extLst>
          </p:cNvPr>
          <p:cNvSpPr/>
          <p:nvPr/>
        </p:nvSpPr>
        <p:spPr>
          <a:xfrm>
            <a:off x="8256379" y="1051314"/>
            <a:ext cx="1577635" cy="904811"/>
          </a:xfrm>
          <a:custGeom>
            <a:avLst/>
            <a:gdLst>
              <a:gd name="connsiteX0" fmla="*/ 0 w 5553075"/>
              <a:gd name="connsiteY0" fmla="*/ 2019301 h 2019301"/>
              <a:gd name="connsiteX1" fmla="*/ 1428750 w 5553075"/>
              <a:gd name="connsiteY1" fmla="*/ 1352551 h 2019301"/>
              <a:gd name="connsiteX2" fmla="*/ 2733675 w 5553075"/>
              <a:gd name="connsiteY2" fmla="*/ 1 h 2019301"/>
              <a:gd name="connsiteX3" fmla="*/ 4067175 w 5553075"/>
              <a:gd name="connsiteY3" fmla="*/ 1343026 h 2019301"/>
              <a:gd name="connsiteX4" fmla="*/ 5553075 w 5553075"/>
              <a:gd name="connsiteY4" fmla="*/ 2009776 h 2019301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1491 h 1991491"/>
              <a:gd name="connsiteX1" fmla="*/ 1452562 w 5576887"/>
              <a:gd name="connsiteY1" fmla="*/ 1329504 h 1991491"/>
              <a:gd name="connsiteX2" fmla="*/ 2800350 w 5576887"/>
              <a:gd name="connsiteY2" fmla="*/ 767 h 1991491"/>
              <a:gd name="connsiteX3" fmla="*/ 4386262 w 5576887"/>
              <a:gd name="connsiteY3" fmla="*/ 1529528 h 1991491"/>
              <a:gd name="connsiteX4" fmla="*/ 5576887 w 5576887"/>
              <a:gd name="connsiteY4" fmla="*/ 1986729 h 1991491"/>
              <a:gd name="connsiteX0" fmla="*/ 0 w 5576887"/>
              <a:gd name="connsiteY0" fmla="*/ 1991262 h 1991262"/>
              <a:gd name="connsiteX1" fmla="*/ 1452562 w 5576887"/>
              <a:gd name="connsiteY1" fmla="*/ 1329275 h 1991262"/>
              <a:gd name="connsiteX2" fmla="*/ 2800350 w 5576887"/>
              <a:gd name="connsiteY2" fmla="*/ 538 h 1991262"/>
              <a:gd name="connsiteX3" fmla="*/ 4357687 w 5576887"/>
              <a:gd name="connsiteY3" fmla="*/ 1495961 h 1991262"/>
              <a:gd name="connsiteX4" fmla="*/ 5576887 w 5576887"/>
              <a:gd name="connsiteY4" fmla="*/ 1986500 h 1991262"/>
              <a:gd name="connsiteX0" fmla="*/ 0 w 5576887"/>
              <a:gd name="connsiteY0" fmla="*/ 1986518 h 1986518"/>
              <a:gd name="connsiteX1" fmla="*/ 1452562 w 5576887"/>
              <a:gd name="connsiteY1" fmla="*/ 1324531 h 1986518"/>
              <a:gd name="connsiteX2" fmla="*/ 2781300 w 5576887"/>
              <a:gd name="connsiteY2" fmla="*/ 557 h 1986518"/>
              <a:gd name="connsiteX3" fmla="*/ 4357687 w 5576887"/>
              <a:gd name="connsiteY3" fmla="*/ 1491217 h 1986518"/>
              <a:gd name="connsiteX4" fmla="*/ 5576887 w 5576887"/>
              <a:gd name="connsiteY4" fmla="*/ 1981756 h 1986518"/>
              <a:gd name="connsiteX0" fmla="*/ 0 w 5576887"/>
              <a:gd name="connsiteY0" fmla="*/ 1987118 h 1987118"/>
              <a:gd name="connsiteX1" fmla="*/ 1452562 w 5576887"/>
              <a:gd name="connsiteY1" fmla="*/ 1325131 h 1987118"/>
              <a:gd name="connsiteX2" fmla="*/ 2781300 w 5576887"/>
              <a:gd name="connsiteY2" fmla="*/ 1157 h 1987118"/>
              <a:gd name="connsiteX3" fmla="*/ 4357687 w 5576887"/>
              <a:gd name="connsiteY3" fmla="*/ 1491817 h 1987118"/>
              <a:gd name="connsiteX4" fmla="*/ 5576887 w 5576887"/>
              <a:gd name="connsiteY4" fmla="*/ 1982356 h 1987118"/>
              <a:gd name="connsiteX0" fmla="*/ 0 w 5576887"/>
              <a:gd name="connsiteY0" fmla="*/ 1985981 h 1985981"/>
              <a:gd name="connsiteX1" fmla="*/ 1452562 w 5576887"/>
              <a:gd name="connsiteY1" fmla="*/ 1323994 h 1985981"/>
              <a:gd name="connsiteX2" fmla="*/ 2781300 w 5576887"/>
              <a:gd name="connsiteY2" fmla="*/ 20 h 1985981"/>
              <a:gd name="connsiteX3" fmla="*/ 4357687 w 5576887"/>
              <a:gd name="connsiteY3" fmla="*/ 1490680 h 1985981"/>
              <a:gd name="connsiteX4" fmla="*/ 5576887 w 5576887"/>
              <a:gd name="connsiteY4" fmla="*/ 1981219 h 1985981"/>
              <a:gd name="connsiteX0" fmla="*/ 0 w 5576887"/>
              <a:gd name="connsiteY0" fmla="*/ 1986517 h 1986517"/>
              <a:gd name="connsiteX1" fmla="*/ 1452562 w 5576887"/>
              <a:gd name="connsiteY1" fmla="*/ 1324530 h 1986517"/>
              <a:gd name="connsiteX2" fmla="*/ 2781300 w 5576887"/>
              <a:gd name="connsiteY2" fmla="*/ 556 h 1986517"/>
              <a:gd name="connsiteX3" fmla="*/ 4338637 w 5576887"/>
              <a:gd name="connsiteY3" fmla="*/ 1491216 h 1986517"/>
              <a:gd name="connsiteX4" fmla="*/ 5576887 w 5576887"/>
              <a:gd name="connsiteY4" fmla="*/ 1981755 h 1986517"/>
              <a:gd name="connsiteX0" fmla="*/ 0 w 5576887"/>
              <a:gd name="connsiteY0" fmla="*/ 1986022 h 1986022"/>
              <a:gd name="connsiteX1" fmla="*/ 1338262 w 5576887"/>
              <a:gd name="connsiteY1" fmla="*/ 1433573 h 1986022"/>
              <a:gd name="connsiteX2" fmla="*/ 2781300 w 5576887"/>
              <a:gd name="connsiteY2" fmla="*/ 61 h 1986022"/>
              <a:gd name="connsiteX3" fmla="*/ 4338637 w 5576887"/>
              <a:gd name="connsiteY3" fmla="*/ 1490721 h 1986022"/>
              <a:gd name="connsiteX4" fmla="*/ 5576887 w 5576887"/>
              <a:gd name="connsiteY4" fmla="*/ 1981260 h 1986022"/>
              <a:gd name="connsiteX0" fmla="*/ 0 w 5576887"/>
              <a:gd name="connsiteY0" fmla="*/ 1986027 h 1986027"/>
              <a:gd name="connsiteX1" fmla="*/ 1338262 w 5576887"/>
              <a:gd name="connsiteY1" fmla="*/ 1433578 h 1986027"/>
              <a:gd name="connsiteX2" fmla="*/ 2781300 w 5576887"/>
              <a:gd name="connsiteY2" fmla="*/ 66 h 1986027"/>
              <a:gd name="connsiteX3" fmla="*/ 4338637 w 5576887"/>
              <a:gd name="connsiteY3" fmla="*/ 1490726 h 1986027"/>
              <a:gd name="connsiteX4" fmla="*/ 5576887 w 5576887"/>
              <a:gd name="connsiteY4" fmla="*/ 1981265 h 1986027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8 h 1986018"/>
              <a:gd name="connsiteX1" fmla="*/ 1338262 w 5576887"/>
              <a:gd name="connsiteY1" fmla="*/ 1433569 h 1986018"/>
              <a:gd name="connsiteX2" fmla="*/ 2781300 w 5576887"/>
              <a:gd name="connsiteY2" fmla="*/ 57 h 1986018"/>
              <a:gd name="connsiteX3" fmla="*/ 4338637 w 5576887"/>
              <a:gd name="connsiteY3" fmla="*/ 1490717 h 1986018"/>
              <a:gd name="connsiteX4" fmla="*/ 5576887 w 5576887"/>
              <a:gd name="connsiteY4" fmla="*/ 1981256 h 1986018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338637 w 5576887"/>
              <a:gd name="connsiteY3" fmla="*/ 1490660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6887" h="1985961">
                <a:moveTo>
                  <a:pt x="0" y="1985961"/>
                </a:moveTo>
                <a:cubicBezTo>
                  <a:pt x="662780" y="1954211"/>
                  <a:pt x="1088948" y="1634060"/>
                  <a:pt x="1338262" y="1433512"/>
                </a:cubicBezTo>
                <a:cubicBezTo>
                  <a:pt x="1691611" y="1149278"/>
                  <a:pt x="2299494" y="794"/>
                  <a:pt x="2781300" y="0"/>
                </a:cubicBezTo>
                <a:cubicBezTo>
                  <a:pt x="3263106" y="-794"/>
                  <a:pt x="3853629" y="1095037"/>
                  <a:pt x="4229100" y="1428748"/>
                </a:cubicBezTo>
                <a:cubicBezTo>
                  <a:pt x="4424710" y="1602602"/>
                  <a:pt x="4902200" y="1943892"/>
                  <a:pt x="5576887" y="1981199"/>
                </a:cubicBezTo>
              </a:path>
            </a:pathLst>
          </a:custGeom>
          <a:noFill/>
          <a:ln w="47625" cap="rnd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77635"/>
                      <a:gd name="connsiteY0" fmla="*/ 904811 h 904811"/>
                      <a:gd name="connsiteX1" fmla="*/ 378578 w 1577635"/>
                      <a:gd name="connsiteY1" fmla="*/ 653113 h 904811"/>
                      <a:gd name="connsiteX2" fmla="*/ 786796 w 1577635"/>
                      <a:gd name="connsiteY2" fmla="*/ 0 h 904811"/>
                      <a:gd name="connsiteX3" fmla="*/ 1196362 w 1577635"/>
                      <a:gd name="connsiteY3" fmla="*/ 650942 h 904811"/>
                      <a:gd name="connsiteX4" fmla="*/ 1577635 w 1577635"/>
                      <a:gd name="connsiteY4" fmla="*/ 902641 h 9048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77635" h="904811" extrusionOk="0">
                        <a:moveTo>
                          <a:pt x="0" y="904811"/>
                        </a:moveTo>
                        <a:cubicBezTo>
                          <a:pt x="184479" y="888486"/>
                          <a:pt x="287189" y="752313"/>
                          <a:pt x="378578" y="653113"/>
                        </a:cubicBezTo>
                        <a:cubicBezTo>
                          <a:pt x="492354" y="526524"/>
                          <a:pt x="645209" y="529"/>
                          <a:pt x="786796" y="0"/>
                        </a:cubicBezTo>
                        <a:cubicBezTo>
                          <a:pt x="908588" y="13803"/>
                          <a:pt x="1087483" y="513615"/>
                          <a:pt x="1196362" y="650942"/>
                        </a:cubicBezTo>
                        <a:cubicBezTo>
                          <a:pt x="1235528" y="721305"/>
                          <a:pt x="1413996" y="898651"/>
                          <a:pt x="1577635" y="902641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Distribusi normal">
            <a:extLst>
              <a:ext uri="{FF2B5EF4-FFF2-40B4-BE49-F238E27FC236}">
                <a16:creationId xmlns:a16="http://schemas.microsoft.com/office/drawing/2014/main" id="{EA46E83A-144D-EE09-EC27-885A0F6EEF36}"/>
              </a:ext>
            </a:extLst>
          </p:cNvPr>
          <p:cNvSpPr/>
          <p:nvPr/>
        </p:nvSpPr>
        <p:spPr>
          <a:xfrm>
            <a:off x="8814253" y="1051314"/>
            <a:ext cx="1577635" cy="904811"/>
          </a:xfrm>
          <a:custGeom>
            <a:avLst/>
            <a:gdLst>
              <a:gd name="connsiteX0" fmla="*/ 0 w 5553075"/>
              <a:gd name="connsiteY0" fmla="*/ 2019301 h 2019301"/>
              <a:gd name="connsiteX1" fmla="*/ 1428750 w 5553075"/>
              <a:gd name="connsiteY1" fmla="*/ 1352551 h 2019301"/>
              <a:gd name="connsiteX2" fmla="*/ 2733675 w 5553075"/>
              <a:gd name="connsiteY2" fmla="*/ 1 h 2019301"/>
              <a:gd name="connsiteX3" fmla="*/ 4067175 w 5553075"/>
              <a:gd name="connsiteY3" fmla="*/ 1343026 h 2019301"/>
              <a:gd name="connsiteX4" fmla="*/ 5553075 w 5553075"/>
              <a:gd name="connsiteY4" fmla="*/ 2009776 h 2019301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1491 h 1991491"/>
              <a:gd name="connsiteX1" fmla="*/ 1452562 w 5576887"/>
              <a:gd name="connsiteY1" fmla="*/ 1329504 h 1991491"/>
              <a:gd name="connsiteX2" fmla="*/ 2800350 w 5576887"/>
              <a:gd name="connsiteY2" fmla="*/ 767 h 1991491"/>
              <a:gd name="connsiteX3" fmla="*/ 4386262 w 5576887"/>
              <a:gd name="connsiteY3" fmla="*/ 1529528 h 1991491"/>
              <a:gd name="connsiteX4" fmla="*/ 5576887 w 5576887"/>
              <a:gd name="connsiteY4" fmla="*/ 1986729 h 1991491"/>
              <a:gd name="connsiteX0" fmla="*/ 0 w 5576887"/>
              <a:gd name="connsiteY0" fmla="*/ 1991262 h 1991262"/>
              <a:gd name="connsiteX1" fmla="*/ 1452562 w 5576887"/>
              <a:gd name="connsiteY1" fmla="*/ 1329275 h 1991262"/>
              <a:gd name="connsiteX2" fmla="*/ 2800350 w 5576887"/>
              <a:gd name="connsiteY2" fmla="*/ 538 h 1991262"/>
              <a:gd name="connsiteX3" fmla="*/ 4357687 w 5576887"/>
              <a:gd name="connsiteY3" fmla="*/ 1495961 h 1991262"/>
              <a:gd name="connsiteX4" fmla="*/ 5576887 w 5576887"/>
              <a:gd name="connsiteY4" fmla="*/ 1986500 h 1991262"/>
              <a:gd name="connsiteX0" fmla="*/ 0 w 5576887"/>
              <a:gd name="connsiteY0" fmla="*/ 1986518 h 1986518"/>
              <a:gd name="connsiteX1" fmla="*/ 1452562 w 5576887"/>
              <a:gd name="connsiteY1" fmla="*/ 1324531 h 1986518"/>
              <a:gd name="connsiteX2" fmla="*/ 2781300 w 5576887"/>
              <a:gd name="connsiteY2" fmla="*/ 557 h 1986518"/>
              <a:gd name="connsiteX3" fmla="*/ 4357687 w 5576887"/>
              <a:gd name="connsiteY3" fmla="*/ 1491217 h 1986518"/>
              <a:gd name="connsiteX4" fmla="*/ 5576887 w 5576887"/>
              <a:gd name="connsiteY4" fmla="*/ 1981756 h 1986518"/>
              <a:gd name="connsiteX0" fmla="*/ 0 w 5576887"/>
              <a:gd name="connsiteY0" fmla="*/ 1987118 h 1987118"/>
              <a:gd name="connsiteX1" fmla="*/ 1452562 w 5576887"/>
              <a:gd name="connsiteY1" fmla="*/ 1325131 h 1987118"/>
              <a:gd name="connsiteX2" fmla="*/ 2781300 w 5576887"/>
              <a:gd name="connsiteY2" fmla="*/ 1157 h 1987118"/>
              <a:gd name="connsiteX3" fmla="*/ 4357687 w 5576887"/>
              <a:gd name="connsiteY3" fmla="*/ 1491817 h 1987118"/>
              <a:gd name="connsiteX4" fmla="*/ 5576887 w 5576887"/>
              <a:gd name="connsiteY4" fmla="*/ 1982356 h 1987118"/>
              <a:gd name="connsiteX0" fmla="*/ 0 w 5576887"/>
              <a:gd name="connsiteY0" fmla="*/ 1985981 h 1985981"/>
              <a:gd name="connsiteX1" fmla="*/ 1452562 w 5576887"/>
              <a:gd name="connsiteY1" fmla="*/ 1323994 h 1985981"/>
              <a:gd name="connsiteX2" fmla="*/ 2781300 w 5576887"/>
              <a:gd name="connsiteY2" fmla="*/ 20 h 1985981"/>
              <a:gd name="connsiteX3" fmla="*/ 4357687 w 5576887"/>
              <a:gd name="connsiteY3" fmla="*/ 1490680 h 1985981"/>
              <a:gd name="connsiteX4" fmla="*/ 5576887 w 5576887"/>
              <a:gd name="connsiteY4" fmla="*/ 1981219 h 1985981"/>
              <a:gd name="connsiteX0" fmla="*/ 0 w 5576887"/>
              <a:gd name="connsiteY0" fmla="*/ 1986517 h 1986517"/>
              <a:gd name="connsiteX1" fmla="*/ 1452562 w 5576887"/>
              <a:gd name="connsiteY1" fmla="*/ 1324530 h 1986517"/>
              <a:gd name="connsiteX2" fmla="*/ 2781300 w 5576887"/>
              <a:gd name="connsiteY2" fmla="*/ 556 h 1986517"/>
              <a:gd name="connsiteX3" fmla="*/ 4338637 w 5576887"/>
              <a:gd name="connsiteY3" fmla="*/ 1491216 h 1986517"/>
              <a:gd name="connsiteX4" fmla="*/ 5576887 w 5576887"/>
              <a:gd name="connsiteY4" fmla="*/ 1981755 h 1986517"/>
              <a:gd name="connsiteX0" fmla="*/ 0 w 5576887"/>
              <a:gd name="connsiteY0" fmla="*/ 1986022 h 1986022"/>
              <a:gd name="connsiteX1" fmla="*/ 1338262 w 5576887"/>
              <a:gd name="connsiteY1" fmla="*/ 1433573 h 1986022"/>
              <a:gd name="connsiteX2" fmla="*/ 2781300 w 5576887"/>
              <a:gd name="connsiteY2" fmla="*/ 61 h 1986022"/>
              <a:gd name="connsiteX3" fmla="*/ 4338637 w 5576887"/>
              <a:gd name="connsiteY3" fmla="*/ 1490721 h 1986022"/>
              <a:gd name="connsiteX4" fmla="*/ 5576887 w 5576887"/>
              <a:gd name="connsiteY4" fmla="*/ 1981260 h 1986022"/>
              <a:gd name="connsiteX0" fmla="*/ 0 w 5576887"/>
              <a:gd name="connsiteY0" fmla="*/ 1986027 h 1986027"/>
              <a:gd name="connsiteX1" fmla="*/ 1338262 w 5576887"/>
              <a:gd name="connsiteY1" fmla="*/ 1433578 h 1986027"/>
              <a:gd name="connsiteX2" fmla="*/ 2781300 w 5576887"/>
              <a:gd name="connsiteY2" fmla="*/ 66 h 1986027"/>
              <a:gd name="connsiteX3" fmla="*/ 4338637 w 5576887"/>
              <a:gd name="connsiteY3" fmla="*/ 1490726 h 1986027"/>
              <a:gd name="connsiteX4" fmla="*/ 5576887 w 5576887"/>
              <a:gd name="connsiteY4" fmla="*/ 1981265 h 1986027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8 h 1986018"/>
              <a:gd name="connsiteX1" fmla="*/ 1338262 w 5576887"/>
              <a:gd name="connsiteY1" fmla="*/ 1433569 h 1986018"/>
              <a:gd name="connsiteX2" fmla="*/ 2781300 w 5576887"/>
              <a:gd name="connsiteY2" fmla="*/ 57 h 1986018"/>
              <a:gd name="connsiteX3" fmla="*/ 4338637 w 5576887"/>
              <a:gd name="connsiteY3" fmla="*/ 1490717 h 1986018"/>
              <a:gd name="connsiteX4" fmla="*/ 5576887 w 5576887"/>
              <a:gd name="connsiteY4" fmla="*/ 1981256 h 1986018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338637 w 5576887"/>
              <a:gd name="connsiteY3" fmla="*/ 1490660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6887" h="1985961">
                <a:moveTo>
                  <a:pt x="0" y="1985961"/>
                </a:moveTo>
                <a:cubicBezTo>
                  <a:pt x="662780" y="1954211"/>
                  <a:pt x="1088948" y="1634060"/>
                  <a:pt x="1338262" y="1433512"/>
                </a:cubicBezTo>
                <a:cubicBezTo>
                  <a:pt x="1691611" y="1149278"/>
                  <a:pt x="2299494" y="794"/>
                  <a:pt x="2781300" y="0"/>
                </a:cubicBezTo>
                <a:cubicBezTo>
                  <a:pt x="3263106" y="-794"/>
                  <a:pt x="3853629" y="1095037"/>
                  <a:pt x="4229100" y="1428748"/>
                </a:cubicBezTo>
                <a:cubicBezTo>
                  <a:pt x="4424710" y="1602602"/>
                  <a:pt x="4902200" y="1943892"/>
                  <a:pt x="5576887" y="1981199"/>
                </a:cubicBezTo>
              </a:path>
            </a:pathLst>
          </a:custGeom>
          <a:noFill/>
          <a:ln w="47625" cap="rnd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onnsiteX0" fmla="*/ 0 w 1577635"/>
                      <a:gd name="connsiteY0" fmla="*/ 904811 h 904811"/>
                      <a:gd name="connsiteX1" fmla="*/ 378578 w 1577635"/>
                      <a:gd name="connsiteY1" fmla="*/ 653113 h 904811"/>
                      <a:gd name="connsiteX2" fmla="*/ 786796 w 1577635"/>
                      <a:gd name="connsiteY2" fmla="*/ 0 h 904811"/>
                      <a:gd name="connsiteX3" fmla="*/ 1196362 w 1577635"/>
                      <a:gd name="connsiteY3" fmla="*/ 650942 h 904811"/>
                      <a:gd name="connsiteX4" fmla="*/ 1577635 w 1577635"/>
                      <a:gd name="connsiteY4" fmla="*/ 902641 h 9048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77635" h="904811" extrusionOk="0">
                        <a:moveTo>
                          <a:pt x="0" y="904811"/>
                        </a:moveTo>
                        <a:cubicBezTo>
                          <a:pt x="180216" y="890656"/>
                          <a:pt x="327075" y="763188"/>
                          <a:pt x="378578" y="653113"/>
                        </a:cubicBezTo>
                        <a:cubicBezTo>
                          <a:pt x="485175" y="537240"/>
                          <a:pt x="650727" y="7312"/>
                          <a:pt x="786796" y="0"/>
                        </a:cubicBezTo>
                        <a:cubicBezTo>
                          <a:pt x="920447" y="-4355"/>
                          <a:pt x="1116414" y="530663"/>
                          <a:pt x="1196362" y="650942"/>
                        </a:cubicBezTo>
                        <a:cubicBezTo>
                          <a:pt x="1261565" y="693446"/>
                          <a:pt x="1401370" y="912856"/>
                          <a:pt x="1577635" y="902641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6" name="Connector bawah">
            <a:extLst>
              <a:ext uri="{FF2B5EF4-FFF2-40B4-BE49-F238E27FC236}">
                <a16:creationId xmlns:a16="http://schemas.microsoft.com/office/drawing/2014/main" id="{9A146CCB-7F75-3211-4B41-10B95B45DB11}"/>
              </a:ext>
            </a:extLst>
          </p:cNvPr>
          <p:cNvCxnSpPr>
            <a:cxnSpLocks/>
          </p:cNvCxnSpPr>
          <p:nvPr/>
        </p:nvCxnSpPr>
        <p:spPr>
          <a:xfrm>
            <a:off x="8121650" y="2022390"/>
            <a:ext cx="2463800" cy="0"/>
          </a:xfrm>
          <a:prstGeom prst="line">
            <a:avLst/>
          </a:prstGeom>
          <a:ln w="47625" cap="rnd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267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ansSerifBldFLF-Average">
      <a:majorFont>
        <a:latin typeface="SansSerifBldFLF"/>
        <a:ea typeface=""/>
        <a:cs typeface=""/>
      </a:majorFont>
      <a:minorFont>
        <a:latin typeface="Averag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6935</TotalTime>
  <Words>450</Words>
  <Application>Microsoft Office PowerPoint</Application>
  <PresentationFormat>Widescreen</PresentationFormat>
  <Paragraphs>133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Aharoni</vt:lpstr>
      <vt:lpstr>Arial</vt:lpstr>
      <vt:lpstr>Average Sans</vt:lpstr>
      <vt:lpstr>Calibri</vt:lpstr>
      <vt:lpstr>Calibri Light</vt:lpstr>
      <vt:lpstr>Cambria Math</vt:lpstr>
      <vt:lpstr>CMU Bright</vt:lpstr>
      <vt:lpstr>LM Sans 10</vt:lpstr>
      <vt:lpstr>SansSerifBldFLF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Mubdi Bindar</dc:creator>
  <cp:lastModifiedBy>Muhammad Abdul Mubdi Bindar</cp:lastModifiedBy>
  <cp:revision>7</cp:revision>
  <dcterms:created xsi:type="dcterms:W3CDTF">2022-09-25T23:54:10Z</dcterms:created>
  <dcterms:modified xsi:type="dcterms:W3CDTF">2026-03-11T07:14:02Z</dcterms:modified>
</cp:coreProperties>
</file>