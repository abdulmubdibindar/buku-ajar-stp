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0" r:id="rId6"/>
    <p:sldId id="267" r:id="rId7"/>
    <p:sldId id="262" r:id="rId8"/>
    <p:sldId id="263" r:id="rId9"/>
    <p:sldId id="265" r:id="rId10"/>
    <p:sldId id="264" r:id="rId11"/>
    <p:sldId id="266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24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CE481-F2D3-47A9-AC92-F05BDE548BCE}" v="2" dt="2026-02-22T14:00:30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40"/>
      </p:cViewPr>
      <p:guideLst>
        <p:guide orient="horz" pos="1616"/>
        <p:guide pos="24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Abdul Mubdi Bindar" userId="1683362f540db6db" providerId="LiveId" clId="{1C752CAF-B76F-4150-A9F0-302637506AC4}"/>
    <pc:docChg chg="undo custSel addSld delSld modSld">
      <pc:chgData name="M Abdul Mubdi Bindar" userId="1683362f540db6db" providerId="LiveId" clId="{1C752CAF-B76F-4150-A9F0-302637506AC4}" dt="2026-02-22T14:00:30.541" v="18" actId="164"/>
      <pc:docMkLst>
        <pc:docMk/>
      </pc:docMkLst>
      <pc:sldChg chg="new del">
        <pc:chgData name="M Abdul Mubdi Bindar" userId="1683362f540db6db" providerId="LiveId" clId="{1C752CAF-B76F-4150-A9F0-302637506AC4}" dt="2026-02-22T13:59:59.520" v="1" actId="680"/>
        <pc:sldMkLst>
          <pc:docMk/>
          <pc:sldMk cId="1332191100" sldId="267"/>
        </pc:sldMkLst>
      </pc:sldChg>
      <pc:sldChg chg="addSp modSp new mod">
        <pc:chgData name="M Abdul Mubdi Bindar" userId="1683362f540db6db" providerId="LiveId" clId="{1C752CAF-B76F-4150-A9F0-302637506AC4}" dt="2026-02-22T14:00:30.541" v="18" actId="164"/>
        <pc:sldMkLst>
          <pc:docMk/>
          <pc:sldMk cId="3911803618" sldId="267"/>
        </pc:sldMkLst>
        <pc:spChg chg="add mod">
          <ac:chgData name="M Abdul Mubdi Bindar" userId="1683362f540db6db" providerId="LiveId" clId="{1C752CAF-B76F-4150-A9F0-302637506AC4}" dt="2026-02-22T14:00:30.541" v="18" actId="164"/>
          <ac:spMkLst>
            <pc:docMk/>
            <pc:sldMk cId="3911803618" sldId="267"/>
            <ac:spMk id="2" creationId="{61453A7C-77B0-61FB-6740-D0E6A88EC6A3}"/>
          </ac:spMkLst>
        </pc:spChg>
        <pc:spChg chg="add mod">
          <ac:chgData name="M Abdul Mubdi Bindar" userId="1683362f540db6db" providerId="LiveId" clId="{1C752CAF-B76F-4150-A9F0-302637506AC4}" dt="2026-02-22T14:00:30.541" v="18" actId="164"/>
          <ac:spMkLst>
            <pc:docMk/>
            <pc:sldMk cId="3911803618" sldId="267"/>
            <ac:spMk id="3" creationId="{0CA4B244-7101-53E9-3BAA-94C624F699F6}"/>
          </ac:spMkLst>
        </pc:spChg>
        <pc:spChg chg="add mod">
          <ac:chgData name="M Abdul Mubdi Bindar" userId="1683362f540db6db" providerId="LiveId" clId="{1C752CAF-B76F-4150-A9F0-302637506AC4}" dt="2026-02-22T14:00:30.541" v="18" actId="164"/>
          <ac:spMkLst>
            <pc:docMk/>
            <pc:sldMk cId="3911803618" sldId="267"/>
            <ac:spMk id="4" creationId="{A0D389EC-B826-81FF-14DE-55C7E85A1CB8}"/>
          </ac:spMkLst>
        </pc:spChg>
        <pc:spChg chg="mod">
          <ac:chgData name="M Abdul Mubdi Bindar" userId="1683362f540db6db" providerId="LiveId" clId="{1C752CAF-B76F-4150-A9F0-302637506AC4}" dt="2026-02-22T14:00:30.541" v="18" actId="164"/>
          <ac:spMkLst>
            <pc:docMk/>
            <pc:sldMk cId="3911803618" sldId="267"/>
            <ac:spMk id="5" creationId="{40A8F40E-8BAB-E8B1-85B6-BD8FDF835D9D}"/>
          </ac:spMkLst>
        </pc:spChg>
        <pc:spChg chg="mod">
          <ac:chgData name="M Abdul Mubdi Bindar" userId="1683362f540db6db" providerId="LiveId" clId="{1C752CAF-B76F-4150-A9F0-302637506AC4}" dt="2026-02-22T14:00:06.763" v="3"/>
          <ac:spMkLst>
            <pc:docMk/>
            <pc:sldMk cId="3911803618" sldId="267"/>
            <ac:spMk id="7" creationId="{A624FC64-99FE-A864-D365-D46FD011C3D0}"/>
          </ac:spMkLst>
        </pc:spChg>
        <pc:spChg chg="mod">
          <ac:chgData name="M Abdul Mubdi Bindar" userId="1683362f540db6db" providerId="LiveId" clId="{1C752CAF-B76F-4150-A9F0-302637506AC4}" dt="2026-02-22T14:00:06.763" v="3"/>
          <ac:spMkLst>
            <pc:docMk/>
            <pc:sldMk cId="3911803618" sldId="267"/>
            <ac:spMk id="8" creationId="{4456DA3A-C26B-15C7-F9C3-47BB5BAEEA30}"/>
          </ac:spMkLst>
        </pc:spChg>
        <pc:spChg chg="mod">
          <ac:chgData name="M Abdul Mubdi Bindar" userId="1683362f540db6db" providerId="LiveId" clId="{1C752CAF-B76F-4150-A9F0-302637506AC4}" dt="2026-02-22T14:00:06.763" v="3"/>
          <ac:spMkLst>
            <pc:docMk/>
            <pc:sldMk cId="3911803618" sldId="267"/>
            <ac:spMk id="10" creationId="{78A91B34-64B6-A0A3-812B-FAE4B4F36B23}"/>
          </ac:spMkLst>
        </pc:spChg>
        <pc:spChg chg="mod">
          <ac:chgData name="M Abdul Mubdi Bindar" userId="1683362f540db6db" providerId="LiveId" clId="{1C752CAF-B76F-4150-A9F0-302637506AC4}" dt="2026-02-22T14:00:06.763" v="3"/>
          <ac:spMkLst>
            <pc:docMk/>
            <pc:sldMk cId="3911803618" sldId="267"/>
            <ac:spMk id="17" creationId="{23637455-8F0B-9063-E89B-8556DA62A36E}"/>
          </ac:spMkLst>
        </pc:spChg>
        <pc:spChg chg="mod">
          <ac:chgData name="M Abdul Mubdi Bindar" userId="1683362f540db6db" providerId="LiveId" clId="{1C752CAF-B76F-4150-A9F0-302637506AC4}" dt="2026-02-22T14:00:06.763" v="3"/>
          <ac:spMkLst>
            <pc:docMk/>
            <pc:sldMk cId="3911803618" sldId="267"/>
            <ac:spMk id="18" creationId="{138C22D6-635D-53DB-2D23-6463C76E8970}"/>
          </ac:spMkLst>
        </pc:spChg>
        <pc:spChg chg="mod">
          <ac:chgData name="M Abdul Mubdi Bindar" userId="1683362f540db6db" providerId="LiveId" clId="{1C752CAF-B76F-4150-A9F0-302637506AC4}" dt="2026-02-22T14:00:06.763" v="3"/>
          <ac:spMkLst>
            <pc:docMk/>
            <pc:sldMk cId="3911803618" sldId="267"/>
            <ac:spMk id="21" creationId="{419ADB3C-5EBD-14FC-E165-74BC7A168B73}"/>
          </ac:spMkLst>
        </pc:spChg>
        <pc:spChg chg="add mod">
          <ac:chgData name="M Abdul Mubdi Bindar" userId="1683362f540db6db" providerId="LiveId" clId="{1C752CAF-B76F-4150-A9F0-302637506AC4}" dt="2026-02-22T14:00:30.541" v="18" actId="164"/>
          <ac:spMkLst>
            <pc:docMk/>
            <pc:sldMk cId="3911803618" sldId="267"/>
            <ac:spMk id="22" creationId="{44DAEF43-1554-497B-DCD3-270F41816206}"/>
          </ac:spMkLst>
        </pc:spChg>
        <pc:grpChg chg="mod">
          <ac:chgData name="M Abdul Mubdi Bindar" userId="1683362f540db6db" providerId="LiveId" clId="{1C752CAF-B76F-4150-A9F0-302637506AC4}" dt="2026-02-22T14:00:30.541" v="18" actId="164"/>
          <ac:grpSpMkLst>
            <pc:docMk/>
            <pc:sldMk cId="3911803618" sldId="267"/>
            <ac:grpSpMk id="6" creationId="{4BE94A5B-0D7F-EAF4-33D0-9B895631885B}"/>
          </ac:grpSpMkLst>
        </pc:grpChg>
        <pc:grpChg chg="add mod">
          <ac:chgData name="M Abdul Mubdi Bindar" userId="1683362f540db6db" providerId="LiveId" clId="{1C752CAF-B76F-4150-A9F0-302637506AC4}" dt="2026-02-22T14:00:30.541" v="18" actId="164"/>
          <ac:grpSpMkLst>
            <pc:docMk/>
            <pc:sldMk cId="3911803618" sldId="267"/>
            <ac:grpSpMk id="23" creationId="{8366C8F8-0C08-864A-6E1C-55775B51908F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d-ID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General</c:formatCode>
                <c:ptCount val="4"/>
                <c:pt idx="0">
                  <c:v>741225</c:v>
                </c:pt>
                <c:pt idx="1">
                  <c:v>748774</c:v>
                </c:pt>
                <c:pt idx="2">
                  <c:v>744737</c:v>
                </c:pt>
                <c:pt idx="3">
                  <c:v>755262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568-4AA2-8158-532C675EA2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d-ID"/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General</c:formatCode>
                <c:ptCount val="4"/>
                <c:pt idx="0">
                  <c:v>741225</c:v>
                </c:pt>
                <c:pt idx="1">
                  <c:v>748774</c:v>
                </c:pt>
                <c:pt idx="2">
                  <c:v>744737</c:v>
                </c:pt>
                <c:pt idx="3">
                  <c:v>755262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2">
                  <c:v>2</c:v>
                </c:pt>
                <c:pt idx="3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568-4AA2-8158-532C675EA21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74469000"/>
        <c:axId val="574788000"/>
      </c:scatterChart>
      <c:valAx>
        <c:axId val="574469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d-ID"/>
          </a:p>
        </c:txPr>
        <c:crossAx val="574788000"/>
        <c:crosses val="autoZero"/>
        <c:crossBetween val="midCat"/>
      </c:valAx>
      <c:valAx>
        <c:axId val="5747880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744690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d-I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5C73-A3F9-1646-4FE1-15FB2E9D8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AF404-FA33-71F5-64B0-A22CB4354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DD04-1368-C1AB-D4D2-95FA5BC6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9540-2E91-5D17-C60F-1B7ED8D4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7EEE-39B5-410D-DD58-0C60456F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432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4FA8-77E7-DF85-79B7-F17BB1D7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A875C-934D-CD1D-CB69-89F495AD2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32CE3-DCF5-3D2D-F433-F44715C7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71B0-26F7-0D68-ED2C-3D09D555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539E1-6BA0-B035-CC8E-CDAD316D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634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C4CA-2E64-72E9-5928-5480B3A4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25411-A3AF-FAEF-65B0-9D0868B51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07D8D-C5CA-D0EE-45E1-5E3C366F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C474E-8AB0-A930-ED0F-651ABAB8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90023-17CC-9455-7203-0920C2DA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918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E4B6-A937-DDB4-969B-0C384371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D9772-5E5D-ED04-D6E5-CBE4A0157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F38D1-9C46-4DE3-D7AE-892639090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84EBD-5B56-EF83-0732-A8A7C76E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278FF-8100-BE55-7D04-A3042C5EB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D0470-E971-7AB8-B96C-79B006B4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314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5F70-E72F-C054-4B52-DF3C8561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5956B-F7E7-548B-DDBB-10D736AC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A4174-3CE1-B43D-7BD4-93095756C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D9FCD-D72C-EA25-96BF-2BEBFE2AA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9A093-76B6-EC47-655C-D7B9F65D9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D7129-5677-1244-F3DA-5F559A9F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C9BEA-EC9C-4625-89A1-6949C60D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8BF10-F4F1-05EC-D4DF-556B838D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470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48DE-8445-E8E5-DA5D-E8B0EFEAF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4AD73-3D38-BFE2-ECA1-E349F117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21C49-5FA4-B9BF-7A02-1FA405D4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6E418-192A-94AA-65FC-93A0FF44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478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E8F0E-8A15-4A1E-AD5C-392A3F23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64C53-BC34-95E8-15C9-8FC6BFB1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76230-C1F8-AF09-0D30-AD100E2D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879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6966-1332-5C77-7466-7AF53770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36F9B-2A50-FAAA-EA1A-9BF16660F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68C7B-493C-14D9-C036-D0CE5292D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FAE61-F183-B88A-6E4D-44460F76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A60D9-D96F-925D-6774-0BF502C2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97130-7D71-B7BC-7003-38AB7E8E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409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C016-35A7-5C8A-528E-3045322B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267BA-E67D-FA66-EE55-87F528B61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50E0F-2745-4D42-0778-44BF5FA7B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F0CA4-2149-BF9A-7BA1-F4367FCC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B9DD8-C7B5-5838-E79D-CC504B09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67CA6-778F-C955-B838-26558F3B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535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CE72-4C3D-8071-BBDA-2B6C5486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0836B-D158-F8B1-17B1-5728C1138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6BA57-36D2-CA88-9FFF-5FB0398C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F735E-653C-6CC4-16EB-60628A1E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2345-140D-7574-B40E-EF80F76D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5953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34E7B3-3F16-1EDC-18EB-AD8301A27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9F951-998C-473D-88A0-A16AB341C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FFD33-B384-0F18-1781-A1286527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1CF8-305C-5093-4D60-EAD5AA64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AB7B4-A786-D102-6FFD-41719CE6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378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3328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0765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073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6145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5053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066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166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6296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08064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7740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973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029E6-2115-D786-FD52-256CD6E5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23EE-4AD6-EE41-13F0-70C262FC2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59D40-7BDF-61D0-1FC2-ABFCF4323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E1B85-942B-C55C-174A-E1F624846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B2E87-A670-DC74-3EDF-52DD4257E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454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D4EFB-5222-4BFE-BB9D-6ECCF175B483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40AE-08C3-4CAC-9ED3-D28354AC8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971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8ED1-194F-253A-18DB-1052E81409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3CDCC-83D2-DA69-08FB-DEFA43D2AF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3449EC-67BF-0B57-1971-6A982A419466}"/>
                  </a:ext>
                </a:extLst>
              </p:cNvPr>
              <p:cNvSpPr txBox="1"/>
              <p:nvPr/>
            </p:nvSpPr>
            <p:spPr>
              <a:xfrm>
                <a:off x="3110753" y="373886"/>
                <a:ext cx="6096000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3449EC-67BF-0B57-1971-6A982A419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753" y="373886"/>
                <a:ext cx="6096000" cy="910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DBCAD0-D289-9978-1F65-AE294F06B5F6}"/>
                  </a:ext>
                </a:extLst>
              </p:cNvPr>
              <p:cNvSpPr txBox="1"/>
              <p:nvPr/>
            </p:nvSpPr>
            <p:spPr>
              <a:xfrm>
                <a:off x="5199530" y="1376660"/>
                <a:ext cx="3774141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b/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b/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DBCAD0-D289-9978-1F65-AE294F06B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0" y="1376660"/>
                <a:ext cx="3774141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55C16-33E2-1B84-D183-2FD8EAB113E1}"/>
                  </a:ext>
                </a:extLst>
              </p:cNvPr>
              <p:cNvSpPr txBox="1"/>
              <p:nvPr/>
            </p:nvSpPr>
            <p:spPr>
              <a:xfrm>
                <a:off x="4796118" y="4627699"/>
                <a:ext cx="2187388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55C16-33E2-1B84-D183-2FD8EAB1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118" y="4627699"/>
                <a:ext cx="2187388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73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3BD9-54E5-D9E7-E069-5C47E277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7A5F5-895B-7E70-2E37-E9B09B847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7">
                <a:extLst>
                  <a:ext uri="{FF2B5EF4-FFF2-40B4-BE49-F238E27FC236}">
                    <a16:creationId xmlns:a16="http://schemas.microsoft.com/office/drawing/2014/main" id="{1F27DD4A-57A5-2D88-B6DC-8FDA8F97A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6222785"/>
                  </p:ext>
                </p:extLst>
              </p:nvPr>
            </p:nvGraphicFramePr>
            <p:xfrm>
              <a:off x="4254834" y="1998606"/>
              <a:ext cx="6794166" cy="40053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778">
                      <a:extLst>
                        <a:ext uri="{9D8B030D-6E8A-4147-A177-3AD203B41FA5}">
                          <a16:colId xmlns:a16="http://schemas.microsoft.com/office/drawing/2014/main" val="23365986"/>
                        </a:ext>
                      </a:extLst>
                    </a:gridCol>
                    <a:gridCol w="2405666">
                      <a:extLst>
                        <a:ext uri="{9D8B030D-6E8A-4147-A177-3AD203B41FA5}">
                          <a16:colId xmlns:a16="http://schemas.microsoft.com/office/drawing/2014/main" val="2030676054"/>
                        </a:ext>
                      </a:extLst>
                    </a:gridCol>
                    <a:gridCol w="2264722">
                      <a:extLst>
                        <a:ext uri="{9D8B030D-6E8A-4147-A177-3AD203B41FA5}">
                          <a16:colId xmlns:a16="http://schemas.microsoft.com/office/drawing/2014/main" val="2121006833"/>
                        </a:ext>
                      </a:extLst>
                    </a:gridCol>
                  </a:tblGrid>
                  <a:tr h="467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Nama parameter yang </a:t>
                          </a:r>
                          <a:r>
                            <a:rPr lang="en-US" sz="1200" err="1"/>
                            <a:t>diestimasi</a:t>
                          </a:r>
                          <a:r>
                            <a:rPr lang="en-US" sz="120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/>
                            <a:t>Nama </a:t>
                          </a:r>
                          <a:r>
                            <a:rPr lang="en-US" sz="1200" err="1"/>
                            <a:t>statistik</a:t>
                          </a:r>
                          <a:r>
                            <a:rPr lang="en-US" sz="1200"/>
                            <a:t> yang </a:t>
                          </a:r>
                          <a:r>
                            <a:rPr lang="en-US" sz="1200" err="1"/>
                            <a:t>menjadi</a:t>
                          </a:r>
                          <a:r>
                            <a:rPr lang="en-US" sz="1200"/>
                            <a:t> estimator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acc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err="1"/>
                            <a:t>Standar</a:t>
                          </a:r>
                          <a:r>
                            <a:rPr lang="en-US" sz="1200"/>
                            <a:t> error </a:t>
                          </a:r>
                          <a:r>
                            <a:rPr lang="en-US" sz="1200" err="1"/>
                            <a:t>distribusi</a:t>
                          </a:r>
                          <a:r>
                            <a:rPr lang="en-US" sz="1200"/>
                            <a:t> </a:t>
                          </a:r>
                          <a:r>
                            <a:rPr lang="en-US" sz="1200" err="1"/>
                            <a:t>sampelnya</a:t>
                          </a:r>
                          <a:endParaRPr lang="en-ID" sz="120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757907796"/>
                      </a:ext>
                    </a:extLst>
                  </a:tr>
                  <a:tr h="438974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Rata-rata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8096822"/>
                      </a:ext>
                    </a:extLst>
                  </a:tr>
                  <a:tr h="459293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Perbedaan rata-rata </a:t>
                          </a:r>
                          <a:r>
                            <a:rPr lang="en-US" sz="1200" err="1"/>
                            <a:t>berpasangan</a:t>
                          </a:r>
                          <a:r>
                            <a:rPr lang="en-US" sz="1200"/>
                            <a:t>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acc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5010040"/>
                      </a:ext>
                    </a:extLst>
                  </a:tr>
                  <a:tr h="639803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Perbedaan rata-rata independent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97495591"/>
                      </a:ext>
                    </a:extLst>
                  </a:tr>
                  <a:tr h="487324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Proporsi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 atau</a:t>
                          </a:r>
                          <a:r>
                            <a:rPr lang="en-ID" sz="1200" baseline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/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atau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acc>
                                      <m:accPr>
                                        <m:chr m:val="̂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4023536"/>
                      </a:ext>
                    </a:extLst>
                  </a:tr>
                  <a:tr h="639803"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Perbedaan </a:t>
                          </a:r>
                          <a:r>
                            <a:rPr lang="en-US" sz="1200" err="1"/>
                            <a:t>proporsi</a:t>
                          </a:r>
                          <a:r>
                            <a:rPr lang="en-US" sz="1200"/>
                            <a:t> independent (</a:t>
                          </a:r>
                          <a:r>
                            <a:rPr lang="en-US" sz="1200" err="1"/>
                            <a:t>simbol</a:t>
                          </a:r>
                          <a:r>
                            <a:rPr lang="en-US" sz="1200"/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D" sz="1200"/>
                            <a:t>atau</a:t>
                          </a:r>
                          <a:r>
                            <a:rPr lang="en-ID" sz="1200" baseline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D" sz="12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D" sz="1200"/>
                            <a:t>atau</a:t>
                          </a:r>
                          <a:r>
                            <a:rPr lang="en-ID" sz="1200" baseline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ID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d-ID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id-ID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d-ID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en-ID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6282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7">
                <a:extLst>
                  <a:ext uri="{FF2B5EF4-FFF2-40B4-BE49-F238E27FC236}">
                    <a16:creationId xmlns:a16="http://schemas.microsoft.com/office/drawing/2014/main" id="{1F27DD4A-57A5-2D88-B6DC-8FDA8F97A5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6222785"/>
                  </p:ext>
                </p:extLst>
              </p:nvPr>
            </p:nvGraphicFramePr>
            <p:xfrm>
              <a:off x="4254834" y="1998606"/>
              <a:ext cx="6794166" cy="40053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778">
                      <a:extLst>
                        <a:ext uri="{9D8B030D-6E8A-4147-A177-3AD203B41FA5}">
                          <a16:colId xmlns:a16="http://schemas.microsoft.com/office/drawing/2014/main" val="23365986"/>
                        </a:ext>
                      </a:extLst>
                    </a:gridCol>
                    <a:gridCol w="2405666">
                      <a:extLst>
                        <a:ext uri="{9D8B030D-6E8A-4147-A177-3AD203B41FA5}">
                          <a16:colId xmlns:a16="http://schemas.microsoft.com/office/drawing/2014/main" val="2030676054"/>
                        </a:ext>
                      </a:extLst>
                    </a:gridCol>
                    <a:gridCol w="2264722">
                      <a:extLst>
                        <a:ext uri="{9D8B030D-6E8A-4147-A177-3AD203B41FA5}">
                          <a16:colId xmlns:a16="http://schemas.microsoft.com/office/drawing/2014/main" val="2121006833"/>
                        </a:ext>
                      </a:extLst>
                    </a:gridCol>
                  </a:tblGrid>
                  <a:tr h="4672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287" t="-1299" r="-220917" b="-7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88608" t="-1299" r="-95190" b="-7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err="1"/>
                            <a:t>Standar</a:t>
                          </a:r>
                          <a:r>
                            <a:rPr lang="en-US" sz="1200" dirty="0"/>
                            <a:t> error </a:t>
                          </a:r>
                          <a:r>
                            <a:rPr lang="en-US" sz="1200" dirty="0" err="1"/>
                            <a:t>distribusi</a:t>
                          </a:r>
                          <a:r>
                            <a:rPr lang="en-US" sz="1200" dirty="0"/>
                            <a:t> </a:t>
                          </a:r>
                          <a:r>
                            <a:rPr lang="en-US" sz="1200" dirty="0" err="1"/>
                            <a:t>sampelnya</a:t>
                          </a:r>
                          <a:endParaRPr lang="en-ID" sz="12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757907796"/>
                      </a:ext>
                    </a:extLst>
                  </a:tr>
                  <a:tr h="4389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108333" r="-220917" b="-709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108333" r="-95190" b="-709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108333" r="-1075" b="-7097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8096822"/>
                      </a:ext>
                    </a:extLst>
                  </a:tr>
                  <a:tr h="4592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200000" r="-220917" b="-58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200000" r="-95190" b="-58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200000" r="-1075" b="-58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5010040"/>
                      </a:ext>
                    </a:extLst>
                  </a:tr>
                  <a:tr h="1003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136364" r="-220917" b="-16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136364" r="-95190" b="-16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136364" r="-1075" b="-16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495591"/>
                      </a:ext>
                    </a:extLst>
                  </a:tr>
                  <a:tr h="631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375000" r="-220917" b="-1605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375000" r="-95190" b="-1605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375000" r="-1075" b="-1605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4023536"/>
                      </a:ext>
                    </a:extLst>
                  </a:tr>
                  <a:tr h="10039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" t="-299394" r="-220917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608" t="-299394" r="-95190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69" t="-299394" r="-1075" b="-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2823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0920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85B17ED-D967-11F1-BFFD-9F2A324A9C08}"/>
              </a:ext>
            </a:extLst>
          </p:cNvPr>
          <p:cNvSpPr txBox="1"/>
          <p:nvPr/>
        </p:nvSpPr>
        <p:spPr>
          <a:xfrm>
            <a:off x="5209788" y="3320570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Z ?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69D19-C286-B6A7-62DD-ADFB8BC43EEB}"/>
              </a:ext>
            </a:extLst>
          </p:cNvPr>
          <p:cNvSpPr txBox="1"/>
          <p:nvPr/>
        </p:nvSpPr>
        <p:spPr>
          <a:xfrm>
            <a:off x="3173856" y="55712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0,990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82057-B8D9-7FBD-8332-ABA656EDEC2C}"/>
              </a:ext>
            </a:extLst>
          </p:cNvPr>
          <p:cNvSpPr txBox="1"/>
          <p:nvPr/>
        </p:nvSpPr>
        <p:spPr>
          <a:xfrm>
            <a:off x="3837262" y="91814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0,495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9835-0015-1970-3CF4-2CDD91B1C69F}"/>
              </a:ext>
            </a:extLst>
          </p:cNvPr>
          <p:cNvSpPr txBox="1"/>
          <p:nvPr/>
        </p:nvSpPr>
        <p:spPr>
          <a:xfrm>
            <a:off x="3212617" y="3282024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0,010</a:t>
            </a:r>
            <a:endParaRPr lang="en-ID" sz="140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9BEDD4-E920-71D1-78F0-BDD98876239E}"/>
                  </a:ext>
                </a:extLst>
              </p:cNvPr>
              <p:cNvSpPr txBox="1"/>
              <p:nvPr/>
            </p:nvSpPr>
            <p:spPr>
              <a:xfrm>
                <a:off x="4834270" y="1554723"/>
                <a:ext cx="1026909" cy="379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sz="1400">
                    <a:latin typeface="Average Sans" panose="02000503040000020003" pitchFamily="2" charset="0"/>
                  </a:rPr>
                  <a:t>0,005</a:t>
                </a:r>
                <a:endParaRPr lang="en-ID" sz="1400"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9BEDD4-E920-71D1-78F0-BDD988762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270" y="1554723"/>
                <a:ext cx="1026909" cy="379463"/>
              </a:xfrm>
              <a:prstGeom prst="rect">
                <a:avLst/>
              </a:prstGeom>
              <a:blipFill>
                <a:blip r:embed="rId2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CB232CD-0D37-96B7-6D4B-04D9F2EC3EF9}"/>
              </a:ext>
            </a:extLst>
          </p:cNvPr>
          <p:cNvGrpSpPr/>
          <p:nvPr/>
        </p:nvGrpSpPr>
        <p:grpSpPr>
          <a:xfrm>
            <a:off x="1807029" y="688500"/>
            <a:ext cx="3659146" cy="2785959"/>
            <a:chOff x="1807029" y="688500"/>
            <a:chExt cx="4731823" cy="278595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7737A3D-13E9-613D-A72F-885E4475C0B8}"/>
                </a:ext>
              </a:extLst>
            </p:cNvPr>
            <p:cNvSpPr/>
            <p:nvPr/>
          </p:nvSpPr>
          <p:spPr>
            <a:xfrm>
              <a:off x="1929374" y="1286900"/>
              <a:ext cx="3972742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FAA6E5-79E5-7B2E-6158-616B8D71F34D}"/>
                </a:ext>
              </a:extLst>
            </p:cNvPr>
            <p:cNvSpPr/>
            <p:nvPr/>
          </p:nvSpPr>
          <p:spPr>
            <a:xfrm>
              <a:off x="1929374" y="2636083"/>
              <a:ext cx="22114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cubicBezTo>
                    <a:pt x="71679" y="197822"/>
                    <a:pt x="31837" y="197643"/>
                    <a:pt x="4220" y="197468"/>
                  </a:cubicBezTo>
                  <a:cubicBezTo>
                    <a:pt x="5315" y="163035"/>
                    <a:pt x="724" y="150768"/>
                    <a:pt x="0" y="48856"/>
                  </a:cubicBezTo>
                  <a:cubicBezTo>
                    <a:pt x="41096" y="49208"/>
                    <a:pt x="82237" y="44103"/>
                    <a:pt x="123413" y="34222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02B540B-6E9A-388D-01D0-3A72575D22D6}"/>
                </a:ext>
              </a:extLst>
            </p:cNvPr>
            <p:cNvSpPr/>
            <p:nvPr/>
          </p:nvSpPr>
          <p:spPr>
            <a:xfrm>
              <a:off x="5721705" y="2624411"/>
              <a:ext cx="221146" cy="220130"/>
            </a:xfrm>
            <a:custGeom>
              <a:avLst/>
              <a:gdLst>
                <a:gd name="connsiteX0" fmla="*/ 0 w 221146"/>
                <a:gd name="connsiteY0" fmla="*/ 0 h 220130"/>
                <a:gd name="connsiteX1" fmla="*/ 68669 w 221146"/>
                <a:gd name="connsiteY1" fmla="*/ 22199 h 220130"/>
                <a:gd name="connsiteX2" fmla="*/ 220774 w 221146"/>
                <a:gd name="connsiteY2" fmla="*/ 43417 h 220130"/>
                <a:gd name="connsiteX3" fmla="*/ 221143 w 221146"/>
                <a:gd name="connsiteY3" fmla="*/ 220046 h 220130"/>
                <a:gd name="connsiteX4" fmla="*/ 68116 w 221146"/>
                <a:gd name="connsiteY4" fmla="*/ 220104 h 220130"/>
                <a:gd name="connsiteX5" fmla="*/ 0 w 221146"/>
                <a:gd name="connsiteY5" fmla="*/ 220059 h 2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220130">
                  <a:moveTo>
                    <a:pt x="0" y="0"/>
                  </a:moveTo>
                  <a:lnTo>
                    <a:pt x="68669" y="22199"/>
                  </a:lnTo>
                  <a:cubicBezTo>
                    <a:pt x="118470" y="33859"/>
                    <a:pt x="169148" y="41143"/>
                    <a:pt x="220774" y="43417"/>
                  </a:cubicBezTo>
                  <a:cubicBezTo>
                    <a:pt x="220898" y="102293"/>
                    <a:pt x="221020" y="161170"/>
                    <a:pt x="221143" y="220046"/>
                  </a:cubicBezTo>
                  <a:cubicBezTo>
                    <a:pt x="221632" y="220137"/>
                    <a:pt x="166258" y="220152"/>
                    <a:pt x="68116" y="220104"/>
                  </a:cubicBezTo>
                  <a:lnTo>
                    <a:pt x="0" y="22005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6AC0B2-96ED-4C04-EAF9-770390852808}"/>
                </a:ext>
              </a:extLst>
            </p:cNvPr>
            <p:cNvSpPr/>
            <p:nvPr/>
          </p:nvSpPr>
          <p:spPr>
            <a:xfrm>
              <a:off x="1919849" y="1286825"/>
              <a:ext cx="4056800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6" name="Straight Connector 4">
              <a:extLst>
                <a:ext uri="{FF2B5EF4-FFF2-40B4-BE49-F238E27FC236}">
                  <a16:creationId xmlns:a16="http://schemas.microsoft.com/office/drawing/2014/main" id="{B5793A7C-36B4-D276-2AC8-146FEC9AE93F}"/>
                </a:ext>
              </a:extLst>
            </p:cNvPr>
            <p:cNvCxnSpPr>
              <a:cxnSpLocks/>
            </p:cNvCxnSpPr>
            <p:nvPr/>
          </p:nvCxnSpPr>
          <p:spPr>
            <a:xfrm>
              <a:off x="1807029" y="2821258"/>
              <a:ext cx="428648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5695E63-FF06-CD63-5943-2D2A851BFF4A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E22F67B-EBB5-F8EE-85D5-20F2DF1D3559}"/>
                </a:ext>
              </a:extLst>
            </p:cNvPr>
            <p:cNvCxnSpPr/>
            <p:nvPr/>
          </p:nvCxnSpPr>
          <p:spPr>
            <a:xfrm flipV="1">
              <a:off x="2142040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AA25D9D-B89C-0BC7-FB78-52728A8E8397}"/>
                </a:ext>
              </a:extLst>
            </p:cNvPr>
            <p:cNvCxnSpPr/>
            <p:nvPr/>
          </p:nvCxnSpPr>
          <p:spPr>
            <a:xfrm flipV="1">
              <a:off x="5721705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8F0610-4776-69B1-3A4C-145AD1C41A24}"/>
                </a:ext>
              </a:extLst>
            </p:cNvPr>
            <p:cNvCxnSpPr>
              <a:cxnSpLocks/>
            </p:cNvCxnSpPr>
            <p:nvPr/>
          </p:nvCxnSpPr>
          <p:spPr>
            <a:xfrm>
              <a:off x="2150520" y="882650"/>
              <a:ext cx="35711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07FFE01-1FE2-5EC6-7B8A-49FF58E4AA85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78629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Left Bracket 12">
              <a:extLst>
                <a:ext uri="{FF2B5EF4-FFF2-40B4-BE49-F238E27FC236}">
                  <a16:creationId xmlns:a16="http://schemas.microsoft.com/office/drawing/2014/main" id="{0703217A-DD2A-8DD8-E48F-4FCEBF5C5709}"/>
                </a:ext>
              </a:extLst>
            </p:cNvPr>
            <p:cNvSpPr/>
            <p:nvPr/>
          </p:nvSpPr>
          <p:spPr>
            <a:xfrm rot="16200000">
              <a:off x="2000378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Left Bracket 13">
              <a:extLst>
                <a:ext uri="{FF2B5EF4-FFF2-40B4-BE49-F238E27FC236}">
                  <a16:creationId xmlns:a16="http://schemas.microsoft.com/office/drawing/2014/main" id="{4F15B472-E9DF-1A07-3051-F42A25E321C4}"/>
                </a:ext>
              </a:extLst>
            </p:cNvPr>
            <p:cNvSpPr/>
            <p:nvPr/>
          </p:nvSpPr>
          <p:spPr>
            <a:xfrm rot="16200000">
              <a:off x="5792709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870EA10F-EE32-9989-A72B-20FCA56AB990}"/>
                </a:ext>
              </a:extLst>
            </p:cNvPr>
            <p:cNvSpPr/>
            <p:nvPr/>
          </p:nvSpPr>
          <p:spPr>
            <a:xfrm rot="16200000">
              <a:off x="3857320" y="1294301"/>
              <a:ext cx="162542" cy="3805233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0E54743-D5E3-61E8-8B4E-90091A7240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947" y="1880246"/>
              <a:ext cx="241565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3AEE2A4-CFCA-55BA-39A7-DFCD62418F41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490488C1-8115-E599-BCC1-1E4096698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3852040"/>
              </p:ext>
            </p:extLst>
          </p:nvPr>
        </p:nvGraphicFramePr>
        <p:xfrm>
          <a:off x="2032000" y="3588706"/>
          <a:ext cx="8128000" cy="2549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88AB8D42-B921-D9CA-BEA0-E294F8501A2F}"/>
              </a:ext>
            </a:extLst>
          </p:cNvPr>
          <p:cNvSpPr txBox="1"/>
          <p:nvPr/>
        </p:nvSpPr>
        <p:spPr>
          <a:xfrm>
            <a:off x="10078514" y="3320570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t ?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61642F-EF4F-143D-8052-8663989E4F7E}"/>
              </a:ext>
            </a:extLst>
          </p:cNvPr>
          <p:cNvSpPr txBox="1"/>
          <p:nvPr/>
        </p:nvSpPr>
        <p:spPr>
          <a:xfrm>
            <a:off x="8042582" y="55712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0,990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586712-C61A-D58A-8AD8-CE91C4301D0E}"/>
              </a:ext>
            </a:extLst>
          </p:cNvPr>
          <p:cNvSpPr txBox="1"/>
          <p:nvPr/>
        </p:nvSpPr>
        <p:spPr>
          <a:xfrm>
            <a:off x="8705988" y="91814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0,495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0C32D7-052D-C108-8574-A40C4690D29F}"/>
              </a:ext>
            </a:extLst>
          </p:cNvPr>
          <p:cNvSpPr txBox="1"/>
          <p:nvPr/>
        </p:nvSpPr>
        <p:spPr>
          <a:xfrm>
            <a:off x="8081343" y="3282024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0,010</a:t>
            </a:r>
            <a:endParaRPr lang="en-ID" sz="140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2EEF201-D083-F08E-2BD9-F20DB34182E9}"/>
                  </a:ext>
                </a:extLst>
              </p:cNvPr>
              <p:cNvSpPr txBox="1"/>
              <p:nvPr/>
            </p:nvSpPr>
            <p:spPr>
              <a:xfrm>
                <a:off x="9702997" y="1554723"/>
                <a:ext cx="947054" cy="3794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id-ID" sz="1400">
                    <a:latin typeface="Average Sans" panose="02000503040000020003" pitchFamily="2" charset="0"/>
                  </a:rPr>
                  <a:t>0,005</a:t>
                </a:r>
                <a:endParaRPr lang="en-ID" sz="1400"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2EEF201-D083-F08E-2BD9-F20DB3418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997" y="1554723"/>
                <a:ext cx="947054" cy="379463"/>
              </a:xfrm>
              <a:prstGeom prst="rect">
                <a:avLst/>
              </a:prstGeom>
              <a:blipFill>
                <a:blip r:embed="rId4"/>
                <a:stretch>
                  <a:fillRect r="-645" b="-48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11D77185-1235-E18D-0696-C8E5CF74B8D3}"/>
              </a:ext>
            </a:extLst>
          </p:cNvPr>
          <p:cNvGrpSpPr/>
          <p:nvPr/>
        </p:nvGrpSpPr>
        <p:grpSpPr>
          <a:xfrm>
            <a:off x="6675755" y="688500"/>
            <a:ext cx="3659146" cy="2785959"/>
            <a:chOff x="1807029" y="688500"/>
            <a:chExt cx="4731823" cy="2785959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C9A9027-09FE-113C-57DB-EA74F04F9FDE}"/>
                </a:ext>
              </a:extLst>
            </p:cNvPr>
            <p:cNvSpPr/>
            <p:nvPr/>
          </p:nvSpPr>
          <p:spPr>
            <a:xfrm>
              <a:off x="1929374" y="1286900"/>
              <a:ext cx="3972742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2E4EFD9-916B-EBA6-1692-1D16E67F145F}"/>
                </a:ext>
              </a:extLst>
            </p:cNvPr>
            <p:cNvSpPr/>
            <p:nvPr/>
          </p:nvSpPr>
          <p:spPr>
            <a:xfrm>
              <a:off x="1929374" y="2636083"/>
              <a:ext cx="22114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cubicBezTo>
                    <a:pt x="71679" y="197822"/>
                    <a:pt x="31837" y="197643"/>
                    <a:pt x="4220" y="197468"/>
                  </a:cubicBezTo>
                  <a:cubicBezTo>
                    <a:pt x="5315" y="163035"/>
                    <a:pt x="724" y="150768"/>
                    <a:pt x="0" y="48856"/>
                  </a:cubicBezTo>
                  <a:cubicBezTo>
                    <a:pt x="41096" y="49208"/>
                    <a:pt x="82237" y="44103"/>
                    <a:pt x="123413" y="34222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5BFDB21-9D65-0E82-0532-97292AAF5396}"/>
                </a:ext>
              </a:extLst>
            </p:cNvPr>
            <p:cNvSpPr/>
            <p:nvPr/>
          </p:nvSpPr>
          <p:spPr>
            <a:xfrm>
              <a:off x="5721705" y="2624411"/>
              <a:ext cx="221146" cy="220130"/>
            </a:xfrm>
            <a:custGeom>
              <a:avLst/>
              <a:gdLst>
                <a:gd name="connsiteX0" fmla="*/ 0 w 221146"/>
                <a:gd name="connsiteY0" fmla="*/ 0 h 220130"/>
                <a:gd name="connsiteX1" fmla="*/ 68669 w 221146"/>
                <a:gd name="connsiteY1" fmla="*/ 22199 h 220130"/>
                <a:gd name="connsiteX2" fmla="*/ 220774 w 221146"/>
                <a:gd name="connsiteY2" fmla="*/ 43417 h 220130"/>
                <a:gd name="connsiteX3" fmla="*/ 221143 w 221146"/>
                <a:gd name="connsiteY3" fmla="*/ 220046 h 220130"/>
                <a:gd name="connsiteX4" fmla="*/ 68116 w 221146"/>
                <a:gd name="connsiteY4" fmla="*/ 220104 h 220130"/>
                <a:gd name="connsiteX5" fmla="*/ 0 w 221146"/>
                <a:gd name="connsiteY5" fmla="*/ 220059 h 2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220130">
                  <a:moveTo>
                    <a:pt x="0" y="0"/>
                  </a:moveTo>
                  <a:lnTo>
                    <a:pt x="68669" y="22199"/>
                  </a:lnTo>
                  <a:cubicBezTo>
                    <a:pt x="118470" y="33859"/>
                    <a:pt x="169148" y="41143"/>
                    <a:pt x="220774" y="43417"/>
                  </a:cubicBezTo>
                  <a:cubicBezTo>
                    <a:pt x="220898" y="102293"/>
                    <a:pt x="221020" y="161170"/>
                    <a:pt x="221143" y="220046"/>
                  </a:cubicBezTo>
                  <a:cubicBezTo>
                    <a:pt x="221632" y="220137"/>
                    <a:pt x="166258" y="220152"/>
                    <a:pt x="68116" y="220104"/>
                  </a:cubicBezTo>
                  <a:lnTo>
                    <a:pt x="0" y="22005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8430B8E-ACD6-F4A6-054F-5ED35AF8AF06}"/>
                </a:ext>
              </a:extLst>
            </p:cNvPr>
            <p:cNvSpPr/>
            <p:nvPr/>
          </p:nvSpPr>
          <p:spPr>
            <a:xfrm>
              <a:off x="1919849" y="1286825"/>
              <a:ext cx="4056800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54" name="Straight Connector 4">
              <a:extLst>
                <a:ext uri="{FF2B5EF4-FFF2-40B4-BE49-F238E27FC236}">
                  <a16:creationId xmlns:a16="http://schemas.microsoft.com/office/drawing/2014/main" id="{97ADF0ED-25F2-229E-A49A-2D53DE3EA166}"/>
                </a:ext>
              </a:extLst>
            </p:cNvPr>
            <p:cNvCxnSpPr>
              <a:cxnSpLocks/>
            </p:cNvCxnSpPr>
            <p:nvPr/>
          </p:nvCxnSpPr>
          <p:spPr>
            <a:xfrm>
              <a:off x="1807029" y="2821258"/>
              <a:ext cx="428648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B39E896-0CC2-94B9-F059-5C0B324F4BDA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016DCF3-1D33-010E-961B-81A2B11C26BF}"/>
                </a:ext>
              </a:extLst>
            </p:cNvPr>
            <p:cNvCxnSpPr/>
            <p:nvPr/>
          </p:nvCxnSpPr>
          <p:spPr>
            <a:xfrm flipV="1">
              <a:off x="2142040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3958CE7-CAD6-6DF0-C49E-9CC7AC3C55DA}"/>
                </a:ext>
              </a:extLst>
            </p:cNvPr>
            <p:cNvCxnSpPr/>
            <p:nvPr/>
          </p:nvCxnSpPr>
          <p:spPr>
            <a:xfrm flipV="1">
              <a:off x="5721705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5303F40-55FF-6BB5-B27E-7B00F893206A}"/>
                </a:ext>
              </a:extLst>
            </p:cNvPr>
            <p:cNvCxnSpPr>
              <a:cxnSpLocks/>
            </p:cNvCxnSpPr>
            <p:nvPr/>
          </p:nvCxnSpPr>
          <p:spPr>
            <a:xfrm>
              <a:off x="2150520" y="882650"/>
              <a:ext cx="35711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85BF32B-A85D-8357-3D05-C4A58AE8F184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78629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Left Bracket 59">
              <a:extLst>
                <a:ext uri="{FF2B5EF4-FFF2-40B4-BE49-F238E27FC236}">
                  <a16:creationId xmlns:a16="http://schemas.microsoft.com/office/drawing/2014/main" id="{987588B3-DA66-8EE6-C634-41A066E8C8F5}"/>
                </a:ext>
              </a:extLst>
            </p:cNvPr>
            <p:cNvSpPr/>
            <p:nvPr/>
          </p:nvSpPr>
          <p:spPr>
            <a:xfrm rot="16200000">
              <a:off x="2000378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1" name="Left Bracket 60">
              <a:extLst>
                <a:ext uri="{FF2B5EF4-FFF2-40B4-BE49-F238E27FC236}">
                  <a16:creationId xmlns:a16="http://schemas.microsoft.com/office/drawing/2014/main" id="{9E7707D7-B65F-7CF3-9BEF-14BEB93A455D}"/>
                </a:ext>
              </a:extLst>
            </p:cNvPr>
            <p:cNvSpPr/>
            <p:nvPr/>
          </p:nvSpPr>
          <p:spPr>
            <a:xfrm rot="16200000">
              <a:off x="5792709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2" name="Left Brace 61">
              <a:extLst>
                <a:ext uri="{FF2B5EF4-FFF2-40B4-BE49-F238E27FC236}">
                  <a16:creationId xmlns:a16="http://schemas.microsoft.com/office/drawing/2014/main" id="{4E1AC8B0-229B-8DF9-952D-9FF853D7ACCC}"/>
                </a:ext>
              </a:extLst>
            </p:cNvPr>
            <p:cNvSpPr/>
            <p:nvPr/>
          </p:nvSpPr>
          <p:spPr>
            <a:xfrm rot="16200000">
              <a:off x="3857320" y="1294301"/>
              <a:ext cx="162542" cy="3805233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31B9855-F8CF-5F2F-6D0F-667C5071AC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947" y="1880246"/>
              <a:ext cx="241565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D58A799-2205-316A-0B65-3112212F3FD4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24995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E4EDF4-AF6D-E095-5E62-7EC7F19DF1F0}"/>
              </a:ext>
            </a:extLst>
          </p:cNvPr>
          <p:cNvSpPr txBox="1"/>
          <p:nvPr/>
        </p:nvSpPr>
        <p:spPr>
          <a:xfrm>
            <a:off x="8347481" y="711015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0,90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28336-BE14-55BC-EDAF-8B95E30909F2}"/>
              </a:ext>
            </a:extLst>
          </p:cNvPr>
          <p:cNvSpPr txBox="1"/>
          <p:nvPr/>
        </p:nvSpPr>
        <p:spPr>
          <a:xfrm>
            <a:off x="9010887" y="1072031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0,45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F8F3A-5A71-8DAB-20A1-60689A333AD6}"/>
              </a:ext>
            </a:extLst>
          </p:cNvPr>
          <p:cNvSpPr txBox="1"/>
          <p:nvPr/>
        </p:nvSpPr>
        <p:spPr>
          <a:xfrm>
            <a:off x="8386242" y="3435912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0,01</a:t>
            </a:r>
            <a:endParaRPr lang="en-ID" sz="140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380C3A-19A5-3CC8-2C6D-1616975017DB}"/>
                  </a:ext>
                </a:extLst>
              </p:cNvPr>
              <p:cNvSpPr txBox="1"/>
              <p:nvPr/>
            </p:nvSpPr>
            <p:spPr>
              <a:xfrm>
                <a:off x="10007895" y="1708611"/>
                <a:ext cx="1026909" cy="379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sz="1400">
                    <a:latin typeface="Average Sans" panose="02000503040000020003" pitchFamily="2" charset="0"/>
                  </a:rPr>
                  <a:t>0,05</a:t>
                </a:r>
                <a:endParaRPr lang="en-ID" sz="1400">
                  <a:latin typeface="Average Sans" panose="02000503040000020003" pitchFamily="2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380C3A-19A5-3CC8-2C6D-161697501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7895" y="1708611"/>
                <a:ext cx="1026909" cy="379463"/>
              </a:xfrm>
              <a:prstGeom prst="rect">
                <a:avLst/>
              </a:prstGeom>
              <a:blipFill>
                <a:blip r:embed="rId2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4811066-93FA-BE9F-A760-1A668DD068F9}"/>
              </a:ext>
            </a:extLst>
          </p:cNvPr>
          <p:cNvGrpSpPr/>
          <p:nvPr/>
        </p:nvGrpSpPr>
        <p:grpSpPr>
          <a:xfrm>
            <a:off x="6980654" y="842388"/>
            <a:ext cx="3659146" cy="2785959"/>
            <a:chOff x="6980654" y="842388"/>
            <a:chExt cx="3659146" cy="278595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F23ADBC-84D9-26E9-11A9-BD927FCDC96F}"/>
                </a:ext>
              </a:extLst>
            </p:cNvPr>
            <p:cNvSpPr/>
            <p:nvPr/>
          </p:nvSpPr>
          <p:spPr>
            <a:xfrm>
              <a:off x="7075264" y="1440788"/>
              <a:ext cx="3072144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0138B7-F549-7AF5-7F79-8C012B68DD0F}"/>
                </a:ext>
              </a:extLst>
            </p:cNvPr>
            <p:cNvSpPr/>
            <p:nvPr/>
          </p:nvSpPr>
          <p:spPr>
            <a:xfrm>
              <a:off x="7075264" y="2789971"/>
              <a:ext cx="171013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cubicBezTo>
                    <a:pt x="71679" y="197822"/>
                    <a:pt x="31837" y="197643"/>
                    <a:pt x="4220" y="197468"/>
                  </a:cubicBezTo>
                  <a:cubicBezTo>
                    <a:pt x="5315" y="163035"/>
                    <a:pt x="724" y="150768"/>
                    <a:pt x="0" y="48856"/>
                  </a:cubicBezTo>
                  <a:cubicBezTo>
                    <a:pt x="41096" y="49208"/>
                    <a:pt x="82237" y="44103"/>
                    <a:pt x="123413" y="34222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B93E9A5-9352-DEFF-F15C-631C41FB7D10}"/>
                </a:ext>
              </a:extLst>
            </p:cNvPr>
            <p:cNvSpPr/>
            <p:nvPr/>
          </p:nvSpPr>
          <p:spPr>
            <a:xfrm>
              <a:off x="10007895" y="2778299"/>
              <a:ext cx="171013" cy="220130"/>
            </a:xfrm>
            <a:custGeom>
              <a:avLst/>
              <a:gdLst>
                <a:gd name="connsiteX0" fmla="*/ 0 w 221146"/>
                <a:gd name="connsiteY0" fmla="*/ 0 h 220130"/>
                <a:gd name="connsiteX1" fmla="*/ 68669 w 221146"/>
                <a:gd name="connsiteY1" fmla="*/ 22199 h 220130"/>
                <a:gd name="connsiteX2" fmla="*/ 220774 w 221146"/>
                <a:gd name="connsiteY2" fmla="*/ 43417 h 220130"/>
                <a:gd name="connsiteX3" fmla="*/ 221143 w 221146"/>
                <a:gd name="connsiteY3" fmla="*/ 220046 h 220130"/>
                <a:gd name="connsiteX4" fmla="*/ 68116 w 221146"/>
                <a:gd name="connsiteY4" fmla="*/ 220104 h 220130"/>
                <a:gd name="connsiteX5" fmla="*/ 0 w 221146"/>
                <a:gd name="connsiteY5" fmla="*/ 220059 h 2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1146" h="220130">
                  <a:moveTo>
                    <a:pt x="0" y="0"/>
                  </a:moveTo>
                  <a:lnTo>
                    <a:pt x="68669" y="22199"/>
                  </a:lnTo>
                  <a:cubicBezTo>
                    <a:pt x="118470" y="33859"/>
                    <a:pt x="169148" y="41143"/>
                    <a:pt x="220774" y="43417"/>
                  </a:cubicBezTo>
                  <a:cubicBezTo>
                    <a:pt x="220898" y="102293"/>
                    <a:pt x="221020" y="161170"/>
                    <a:pt x="221143" y="220046"/>
                  </a:cubicBezTo>
                  <a:cubicBezTo>
                    <a:pt x="221632" y="220137"/>
                    <a:pt x="166258" y="220152"/>
                    <a:pt x="68116" y="220104"/>
                  </a:cubicBezTo>
                  <a:lnTo>
                    <a:pt x="0" y="22005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0A8194-1E10-E9E4-3240-3DBA102AE47B}"/>
                </a:ext>
              </a:extLst>
            </p:cNvPr>
            <p:cNvSpPr/>
            <p:nvPr/>
          </p:nvSpPr>
          <p:spPr>
            <a:xfrm>
              <a:off x="7067898" y="1440713"/>
              <a:ext cx="3137147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1" name="Straight Connector 4">
              <a:extLst>
                <a:ext uri="{FF2B5EF4-FFF2-40B4-BE49-F238E27FC236}">
                  <a16:creationId xmlns:a16="http://schemas.microsoft.com/office/drawing/2014/main" id="{684079F4-D846-5377-21E9-D5D83B6FE145}"/>
                </a:ext>
              </a:extLst>
            </p:cNvPr>
            <p:cNvCxnSpPr>
              <a:cxnSpLocks/>
            </p:cNvCxnSpPr>
            <p:nvPr/>
          </p:nvCxnSpPr>
          <p:spPr>
            <a:xfrm>
              <a:off x="6980654" y="2975146"/>
              <a:ext cx="331476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BA929FE-A48A-A9C1-D221-3932818BFA7B}"/>
                </a:ext>
              </a:extLst>
            </p:cNvPr>
            <p:cNvCxnSpPr>
              <a:cxnSpLocks/>
            </p:cNvCxnSpPr>
            <p:nvPr/>
          </p:nvCxnSpPr>
          <p:spPr>
            <a:xfrm>
              <a:off x="8631806" y="1175716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5F1D886-DFE4-858D-178D-B608EADC9B3E}"/>
                </a:ext>
              </a:extLst>
            </p:cNvPr>
            <p:cNvCxnSpPr/>
            <p:nvPr/>
          </p:nvCxnSpPr>
          <p:spPr>
            <a:xfrm flipV="1">
              <a:off x="7239720" y="842388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51C524-518D-39B4-54B7-A289B8BE0BD7}"/>
                </a:ext>
              </a:extLst>
            </p:cNvPr>
            <p:cNvCxnSpPr/>
            <p:nvPr/>
          </p:nvCxnSpPr>
          <p:spPr>
            <a:xfrm flipV="1">
              <a:off x="10007895" y="842388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9D2F1C1-590D-6E94-F612-AAC9602E4297}"/>
                </a:ext>
              </a:extLst>
            </p:cNvPr>
            <p:cNvCxnSpPr>
              <a:cxnSpLocks/>
            </p:cNvCxnSpPr>
            <p:nvPr/>
          </p:nvCxnSpPr>
          <p:spPr>
            <a:xfrm>
              <a:off x="7246277" y="1036538"/>
              <a:ext cx="276161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4F406BC-0EB0-4A5E-12DB-83BF7F60AAFB}"/>
                </a:ext>
              </a:extLst>
            </p:cNvPr>
            <p:cNvCxnSpPr>
              <a:cxnSpLocks/>
            </p:cNvCxnSpPr>
            <p:nvPr/>
          </p:nvCxnSpPr>
          <p:spPr>
            <a:xfrm>
              <a:off x="8626545" y="1322288"/>
              <a:ext cx="138135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Left Bracket 16">
              <a:extLst>
                <a:ext uri="{FF2B5EF4-FFF2-40B4-BE49-F238E27FC236}">
                  <a16:creationId xmlns:a16="http://schemas.microsoft.com/office/drawing/2014/main" id="{2C7873F9-C4B1-006A-3F9A-55B29BFA5805}"/>
                </a:ext>
              </a:extLst>
            </p:cNvPr>
            <p:cNvSpPr/>
            <p:nvPr/>
          </p:nvSpPr>
          <p:spPr>
            <a:xfrm rot="16200000">
              <a:off x="7122163" y="3151978"/>
              <a:ext cx="70658" cy="16445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Left Bracket 17">
              <a:extLst>
                <a:ext uri="{FF2B5EF4-FFF2-40B4-BE49-F238E27FC236}">
                  <a16:creationId xmlns:a16="http://schemas.microsoft.com/office/drawing/2014/main" id="{B2BD169F-3939-A742-B62B-5057BCC5145A}"/>
                </a:ext>
              </a:extLst>
            </p:cNvPr>
            <p:cNvSpPr/>
            <p:nvPr/>
          </p:nvSpPr>
          <p:spPr>
            <a:xfrm rot="16200000">
              <a:off x="10054794" y="3151978"/>
              <a:ext cx="70658" cy="16445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A3458A08-7211-7DB4-C5EB-FD0D21D5E638}"/>
                </a:ext>
              </a:extLst>
            </p:cNvPr>
            <p:cNvSpPr/>
            <p:nvPr/>
          </p:nvSpPr>
          <p:spPr>
            <a:xfrm rot="16200000">
              <a:off x="8547732" y="1879501"/>
              <a:ext cx="162542" cy="2942609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FF60C2-B902-8C2B-8CFF-46D22EC0F9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82320" y="2034134"/>
              <a:ext cx="186804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9BCAD8-0A66-3F22-D0D6-434E41AB3E3A}"/>
                </a:ext>
              </a:extLst>
            </p:cNvPr>
            <p:cNvSpPr/>
            <p:nvPr/>
          </p:nvSpPr>
          <p:spPr>
            <a:xfrm>
              <a:off x="10025982" y="3078830"/>
              <a:ext cx="61381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13C90A20-F844-BF4A-D64F-3317887D8B88}"/>
              </a:ext>
            </a:extLst>
          </p:cNvPr>
          <p:cNvSpPr/>
          <p:nvPr/>
        </p:nvSpPr>
        <p:spPr>
          <a:xfrm>
            <a:off x="5535902" y="5686273"/>
            <a:ext cx="613818" cy="549517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2537C-846A-5CC2-C901-7005B05C897E}"/>
              </a:ext>
            </a:extLst>
          </p:cNvPr>
          <p:cNvSpPr txBox="1"/>
          <p:nvPr/>
        </p:nvSpPr>
        <p:spPr>
          <a:xfrm>
            <a:off x="10342454" y="3474458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Z ?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3733A-6452-0C31-BF9F-BBD49E6DEECA}"/>
              </a:ext>
            </a:extLst>
          </p:cNvPr>
          <p:cNvSpPr txBox="1"/>
          <p:nvPr/>
        </p:nvSpPr>
        <p:spPr>
          <a:xfrm>
            <a:off x="2540557" y="55712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>
                <a:latin typeface="Average Sans" panose="02000503040000020003" pitchFamily="2" charset="0"/>
              </a:rPr>
              <a:t>0,910</a:t>
            </a:r>
            <a:endParaRPr lang="en-ID" sz="1400" dirty="0">
              <a:latin typeface="Average Sans" panose="02000503040000020003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4D6D2E-1822-75F8-14E2-B627EEA6FDE9}"/>
              </a:ext>
            </a:extLst>
          </p:cNvPr>
          <p:cNvSpPr txBox="1"/>
          <p:nvPr/>
        </p:nvSpPr>
        <p:spPr>
          <a:xfrm>
            <a:off x="3203963" y="918143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>
                <a:latin typeface="Average Sans" panose="02000503040000020003" pitchFamily="2" charset="0"/>
              </a:rPr>
              <a:t>0,405</a:t>
            </a:r>
            <a:endParaRPr lang="en-ID" sz="1400" dirty="0">
              <a:latin typeface="Average Sans" panose="02000503040000020003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7501C-85B6-3F9E-926C-DB821F889BF3}"/>
              </a:ext>
            </a:extLst>
          </p:cNvPr>
          <p:cNvSpPr txBox="1"/>
          <p:nvPr/>
        </p:nvSpPr>
        <p:spPr>
          <a:xfrm>
            <a:off x="2579318" y="328202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>
                <a:latin typeface="Average Sans" panose="02000503040000020003" pitchFamily="2" charset="0"/>
              </a:rPr>
              <a:t>0,090</a:t>
            </a:r>
            <a:endParaRPr lang="en-ID" sz="1400" dirty="0">
              <a:latin typeface="Average Sans" panose="02000503040000020003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456F0E-0E79-8BC9-E617-E046F8329A4A}"/>
                  </a:ext>
                </a:extLst>
              </p:cNvPr>
              <p:cNvSpPr txBox="1"/>
              <p:nvPr/>
            </p:nvSpPr>
            <p:spPr>
              <a:xfrm>
                <a:off x="4200971" y="1554723"/>
                <a:ext cx="1026909" cy="379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d-ID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d-ID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d-ID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d-ID" sz="1400" dirty="0">
                    <a:latin typeface="Average Sans" panose="02000503040000020003" pitchFamily="2" charset="0"/>
                  </a:rPr>
                  <a:t>0,045</a:t>
                </a:r>
                <a:endParaRPr lang="en-ID" sz="1400" dirty="0">
                  <a:latin typeface="Average Sans" panose="02000503040000020003" pitchFamily="2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456F0E-0E79-8BC9-E617-E046F8329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71" y="1554723"/>
                <a:ext cx="1026909" cy="379463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B6AF46E-973B-1DFE-9B7D-FFA927F8C8ED}"/>
              </a:ext>
            </a:extLst>
          </p:cNvPr>
          <p:cNvGrpSpPr/>
          <p:nvPr/>
        </p:nvGrpSpPr>
        <p:grpSpPr>
          <a:xfrm>
            <a:off x="1173730" y="576058"/>
            <a:ext cx="3659146" cy="2898401"/>
            <a:chOff x="1807029" y="576058"/>
            <a:chExt cx="4731823" cy="289840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050CCC1-4BDB-66A0-A8C4-D4855BC39A1E}"/>
                </a:ext>
              </a:extLst>
            </p:cNvPr>
            <p:cNvSpPr/>
            <p:nvPr/>
          </p:nvSpPr>
          <p:spPr>
            <a:xfrm>
              <a:off x="1929374" y="1286900"/>
              <a:ext cx="3972742" cy="1545874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9850" h="1163411">
                  <a:moveTo>
                    <a:pt x="2989848" y="1163391"/>
                  </a:moveTo>
                  <a:cubicBezTo>
                    <a:pt x="2992789" y="1163935"/>
                    <a:pt x="332551" y="1153700"/>
                    <a:pt x="0" y="1151598"/>
                  </a:cubicBezTo>
                  <a:cubicBezTo>
                    <a:pt x="824" y="1125684"/>
                    <a:pt x="2148" y="1126010"/>
                    <a:pt x="1603" y="1049312"/>
                  </a:cubicBezTo>
                  <a:cubicBezTo>
                    <a:pt x="496457" y="1053553"/>
                    <a:pt x="1028692" y="-3222"/>
                    <a:pt x="1509363" y="8"/>
                  </a:cubicBezTo>
                  <a:cubicBezTo>
                    <a:pt x="1990034" y="3238"/>
                    <a:pt x="2420480" y="972020"/>
                    <a:pt x="2981208" y="1042407"/>
                  </a:cubicBezTo>
                  <a:cubicBezTo>
                    <a:pt x="2981301" y="1086717"/>
                    <a:pt x="2989755" y="1119081"/>
                    <a:pt x="2989848" y="11633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CC2C3CD-4D2D-E9E9-875A-B6D9D60E3091}"/>
                </a:ext>
              </a:extLst>
            </p:cNvPr>
            <p:cNvSpPr/>
            <p:nvPr/>
          </p:nvSpPr>
          <p:spPr>
            <a:xfrm flipH="1">
              <a:off x="5496292" y="2496383"/>
              <a:ext cx="475243" cy="3380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sX0" fmla="*/ 229097 w 229097"/>
                <a:gd name="csY0" fmla="*/ 0 h 318960"/>
                <a:gd name="csX1" fmla="*/ 221146 w 229097"/>
                <a:gd name="csY1" fmla="*/ 318960 h 318960"/>
                <a:gd name="csX2" fmla="*/ 122108 w 229097"/>
                <a:gd name="csY2" fmla="*/ 318655 h 318960"/>
                <a:gd name="csX3" fmla="*/ 4220 w 229097"/>
                <a:gd name="csY3" fmla="*/ 318118 h 318960"/>
                <a:gd name="csX4" fmla="*/ 0 w 229097"/>
                <a:gd name="csY4" fmla="*/ 169506 h 318960"/>
                <a:gd name="csX5" fmla="*/ 123413 w 229097"/>
                <a:gd name="csY5" fmla="*/ 154872 h 318960"/>
                <a:gd name="csX6" fmla="*/ 229097 w 229097"/>
                <a:gd name="csY6" fmla="*/ 0 h 318960"/>
                <a:gd name="csX0" fmla="*/ 229097 w 229097"/>
                <a:gd name="csY0" fmla="*/ 0 h 318960"/>
                <a:gd name="csX1" fmla="*/ 221146 w 229097"/>
                <a:gd name="csY1" fmla="*/ 318960 h 318960"/>
                <a:gd name="csX2" fmla="*/ 122108 w 229097"/>
                <a:gd name="csY2" fmla="*/ 318655 h 318960"/>
                <a:gd name="csX3" fmla="*/ 4220 w 229097"/>
                <a:gd name="csY3" fmla="*/ 318118 h 318960"/>
                <a:gd name="csX4" fmla="*/ 0 w 229097"/>
                <a:gd name="csY4" fmla="*/ 169506 h 318960"/>
                <a:gd name="csX5" fmla="*/ 123413 w 229097"/>
                <a:gd name="csY5" fmla="*/ 116772 h 318960"/>
                <a:gd name="csX6" fmla="*/ 229097 w 229097"/>
                <a:gd name="csY6" fmla="*/ 0 h 318960"/>
                <a:gd name="csX0" fmla="*/ 229097 w 229097"/>
                <a:gd name="csY0" fmla="*/ 0 h 318960"/>
                <a:gd name="csX1" fmla="*/ 221146 w 229097"/>
                <a:gd name="csY1" fmla="*/ 318960 h 318960"/>
                <a:gd name="csX2" fmla="*/ 122108 w 229097"/>
                <a:gd name="csY2" fmla="*/ 318655 h 318960"/>
                <a:gd name="csX3" fmla="*/ 4220 w 229097"/>
                <a:gd name="csY3" fmla="*/ 318118 h 318960"/>
                <a:gd name="csX4" fmla="*/ 0 w 229097"/>
                <a:gd name="csY4" fmla="*/ 169506 h 318960"/>
                <a:gd name="csX5" fmla="*/ 123413 w 229097"/>
                <a:gd name="csY5" fmla="*/ 116772 h 318960"/>
                <a:gd name="csX6" fmla="*/ 229097 w 229097"/>
                <a:gd name="csY6" fmla="*/ 0 h 318960"/>
                <a:gd name="csX0" fmla="*/ 229097 w 229097"/>
                <a:gd name="csY0" fmla="*/ 0 h 338010"/>
                <a:gd name="csX1" fmla="*/ 221146 w 229097"/>
                <a:gd name="csY1" fmla="*/ 338010 h 338010"/>
                <a:gd name="csX2" fmla="*/ 122108 w 229097"/>
                <a:gd name="csY2" fmla="*/ 337705 h 338010"/>
                <a:gd name="csX3" fmla="*/ 4220 w 229097"/>
                <a:gd name="csY3" fmla="*/ 337168 h 338010"/>
                <a:gd name="csX4" fmla="*/ 0 w 229097"/>
                <a:gd name="csY4" fmla="*/ 188556 h 338010"/>
                <a:gd name="csX5" fmla="*/ 123413 w 229097"/>
                <a:gd name="csY5" fmla="*/ 135822 h 338010"/>
                <a:gd name="csX6" fmla="*/ 229097 w 229097"/>
                <a:gd name="csY6" fmla="*/ 0 h 338010"/>
                <a:gd name="csX0" fmla="*/ 229097 w 230091"/>
                <a:gd name="csY0" fmla="*/ 0 h 338010"/>
                <a:gd name="csX1" fmla="*/ 230091 w 230091"/>
                <a:gd name="csY1" fmla="*/ 338010 h 338010"/>
                <a:gd name="csX2" fmla="*/ 122108 w 230091"/>
                <a:gd name="csY2" fmla="*/ 337705 h 338010"/>
                <a:gd name="csX3" fmla="*/ 4220 w 230091"/>
                <a:gd name="csY3" fmla="*/ 337168 h 338010"/>
                <a:gd name="csX4" fmla="*/ 0 w 230091"/>
                <a:gd name="csY4" fmla="*/ 188556 h 338010"/>
                <a:gd name="csX5" fmla="*/ 123413 w 230091"/>
                <a:gd name="csY5" fmla="*/ 135822 h 338010"/>
                <a:gd name="csX6" fmla="*/ 229097 w 230091"/>
                <a:gd name="csY6" fmla="*/ 0 h 338010"/>
                <a:gd name="csX0" fmla="*/ 229097 w 230091"/>
                <a:gd name="csY0" fmla="*/ 0 h 338010"/>
                <a:gd name="csX1" fmla="*/ 230091 w 230091"/>
                <a:gd name="csY1" fmla="*/ 338010 h 338010"/>
                <a:gd name="csX2" fmla="*/ 122108 w 230091"/>
                <a:gd name="csY2" fmla="*/ 337705 h 338010"/>
                <a:gd name="csX3" fmla="*/ 4220 w 230091"/>
                <a:gd name="csY3" fmla="*/ 337168 h 338010"/>
                <a:gd name="csX4" fmla="*/ 0 w 230091"/>
                <a:gd name="csY4" fmla="*/ 188556 h 338010"/>
                <a:gd name="csX5" fmla="*/ 123413 w 230091"/>
                <a:gd name="csY5" fmla="*/ 135822 h 338010"/>
                <a:gd name="csX6" fmla="*/ 229097 w 230091"/>
                <a:gd name="csY6" fmla="*/ 0 h 338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0091" h="338010">
                  <a:moveTo>
                    <a:pt x="229097" y="0"/>
                  </a:moveTo>
                  <a:cubicBezTo>
                    <a:pt x="229428" y="112670"/>
                    <a:pt x="229760" y="225340"/>
                    <a:pt x="230091" y="338010"/>
                  </a:cubicBezTo>
                  <a:lnTo>
                    <a:pt x="122108" y="337705"/>
                  </a:lnTo>
                  <a:lnTo>
                    <a:pt x="4220" y="337168"/>
                  </a:lnTo>
                  <a:cubicBezTo>
                    <a:pt x="5315" y="302735"/>
                    <a:pt x="724" y="290468"/>
                    <a:pt x="0" y="188556"/>
                  </a:cubicBezTo>
                  <a:cubicBezTo>
                    <a:pt x="41096" y="188908"/>
                    <a:pt x="82237" y="145703"/>
                    <a:pt x="123413" y="135822"/>
                  </a:cubicBezTo>
                  <a:cubicBezTo>
                    <a:pt x="169906" y="83140"/>
                    <a:pt x="186083" y="54269"/>
                    <a:pt x="229097" y="0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8FD434-540D-A876-81F9-95BB46EFBA8B}"/>
                </a:ext>
              </a:extLst>
            </p:cNvPr>
            <p:cNvSpPr/>
            <p:nvPr/>
          </p:nvSpPr>
          <p:spPr>
            <a:xfrm>
              <a:off x="1929374" y="2496383"/>
              <a:ext cx="475243" cy="3380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sX0" fmla="*/ 229097 w 229097"/>
                <a:gd name="csY0" fmla="*/ 0 h 318960"/>
                <a:gd name="csX1" fmla="*/ 221146 w 229097"/>
                <a:gd name="csY1" fmla="*/ 318960 h 318960"/>
                <a:gd name="csX2" fmla="*/ 122108 w 229097"/>
                <a:gd name="csY2" fmla="*/ 318655 h 318960"/>
                <a:gd name="csX3" fmla="*/ 4220 w 229097"/>
                <a:gd name="csY3" fmla="*/ 318118 h 318960"/>
                <a:gd name="csX4" fmla="*/ 0 w 229097"/>
                <a:gd name="csY4" fmla="*/ 169506 h 318960"/>
                <a:gd name="csX5" fmla="*/ 123413 w 229097"/>
                <a:gd name="csY5" fmla="*/ 154872 h 318960"/>
                <a:gd name="csX6" fmla="*/ 229097 w 229097"/>
                <a:gd name="csY6" fmla="*/ 0 h 318960"/>
                <a:gd name="csX0" fmla="*/ 229097 w 229097"/>
                <a:gd name="csY0" fmla="*/ 0 h 318960"/>
                <a:gd name="csX1" fmla="*/ 221146 w 229097"/>
                <a:gd name="csY1" fmla="*/ 318960 h 318960"/>
                <a:gd name="csX2" fmla="*/ 122108 w 229097"/>
                <a:gd name="csY2" fmla="*/ 318655 h 318960"/>
                <a:gd name="csX3" fmla="*/ 4220 w 229097"/>
                <a:gd name="csY3" fmla="*/ 318118 h 318960"/>
                <a:gd name="csX4" fmla="*/ 0 w 229097"/>
                <a:gd name="csY4" fmla="*/ 169506 h 318960"/>
                <a:gd name="csX5" fmla="*/ 123413 w 229097"/>
                <a:gd name="csY5" fmla="*/ 116772 h 318960"/>
                <a:gd name="csX6" fmla="*/ 229097 w 229097"/>
                <a:gd name="csY6" fmla="*/ 0 h 318960"/>
                <a:gd name="csX0" fmla="*/ 229097 w 229097"/>
                <a:gd name="csY0" fmla="*/ 0 h 318960"/>
                <a:gd name="csX1" fmla="*/ 221146 w 229097"/>
                <a:gd name="csY1" fmla="*/ 318960 h 318960"/>
                <a:gd name="csX2" fmla="*/ 122108 w 229097"/>
                <a:gd name="csY2" fmla="*/ 318655 h 318960"/>
                <a:gd name="csX3" fmla="*/ 4220 w 229097"/>
                <a:gd name="csY3" fmla="*/ 318118 h 318960"/>
                <a:gd name="csX4" fmla="*/ 0 w 229097"/>
                <a:gd name="csY4" fmla="*/ 169506 h 318960"/>
                <a:gd name="csX5" fmla="*/ 123413 w 229097"/>
                <a:gd name="csY5" fmla="*/ 116772 h 318960"/>
                <a:gd name="csX6" fmla="*/ 229097 w 229097"/>
                <a:gd name="csY6" fmla="*/ 0 h 318960"/>
                <a:gd name="csX0" fmla="*/ 229097 w 229097"/>
                <a:gd name="csY0" fmla="*/ 0 h 338010"/>
                <a:gd name="csX1" fmla="*/ 221146 w 229097"/>
                <a:gd name="csY1" fmla="*/ 338010 h 338010"/>
                <a:gd name="csX2" fmla="*/ 122108 w 229097"/>
                <a:gd name="csY2" fmla="*/ 337705 h 338010"/>
                <a:gd name="csX3" fmla="*/ 4220 w 229097"/>
                <a:gd name="csY3" fmla="*/ 337168 h 338010"/>
                <a:gd name="csX4" fmla="*/ 0 w 229097"/>
                <a:gd name="csY4" fmla="*/ 188556 h 338010"/>
                <a:gd name="csX5" fmla="*/ 123413 w 229097"/>
                <a:gd name="csY5" fmla="*/ 135822 h 338010"/>
                <a:gd name="csX6" fmla="*/ 229097 w 229097"/>
                <a:gd name="csY6" fmla="*/ 0 h 338010"/>
                <a:gd name="csX0" fmla="*/ 229097 w 230091"/>
                <a:gd name="csY0" fmla="*/ 0 h 338010"/>
                <a:gd name="csX1" fmla="*/ 230091 w 230091"/>
                <a:gd name="csY1" fmla="*/ 338010 h 338010"/>
                <a:gd name="csX2" fmla="*/ 122108 w 230091"/>
                <a:gd name="csY2" fmla="*/ 337705 h 338010"/>
                <a:gd name="csX3" fmla="*/ 4220 w 230091"/>
                <a:gd name="csY3" fmla="*/ 337168 h 338010"/>
                <a:gd name="csX4" fmla="*/ 0 w 230091"/>
                <a:gd name="csY4" fmla="*/ 188556 h 338010"/>
                <a:gd name="csX5" fmla="*/ 123413 w 230091"/>
                <a:gd name="csY5" fmla="*/ 135822 h 338010"/>
                <a:gd name="csX6" fmla="*/ 229097 w 230091"/>
                <a:gd name="csY6" fmla="*/ 0 h 338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30091" h="338010">
                  <a:moveTo>
                    <a:pt x="229097" y="0"/>
                  </a:moveTo>
                  <a:cubicBezTo>
                    <a:pt x="229428" y="112670"/>
                    <a:pt x="229760" y="225340"/>
                    <a:pt x="230091" y="338010"/>
                  </a:cubicBezTo>
                  <a:lnTo>
                    <a:pt x="122108" y="337705"/>
                  </a:lnTo>
                  <a:lnTo>
                    <a:pt x="4220" y="337168"/>
                  </a:lnTo>
                  <a:cubicBezTo>
                    <a:pt x="5315" y="302735"/>
                    <a:pt x="724" y="290468"/>
                    <a:pt x="0" y="188556"/>
                  </a:cubicBezTo>
                  <a:cubicBezTo>
                    <a:pt x="41096" y="188908"/>
                    <a:pt x="82237" y="145703"/>
                    <a:pt x="123413" y="135822"/>
                  </a:cubicBezTo>
                  <a:cubicBezTo>
                    <a:pt x="169906" y="83140"/>
                    <a:pt x="196519" y="11407"/>
                    <a:pt x="229097" y="0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B06DC5F-D5FE-63D1-733A-E6617935B0F3}"/>
                </a:ext>
              </a:extLst>
            </p:cNvPr>
            <p:cNvSpPr/>
            <p:nvPr/>
          </p:nvSpPr>
          <p:spPr>
            <a:xfrm>
              <a:off x="1919849" y="1286825"/>
              <a:ext cx="4056800" cy="139525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110" h="1050057">
                  <a:moveTo>
                    <a:pt x="0" y="1050057"/>
                  </a:moveTo>
                  <a:cubicBezTo>
                    <a:pt x="512482" y="1050804"/>
                    <a:pt x="1042943" y="-4684"/>
                    <a:pt x="1521528" y="16"/>
                  </a:cubicBezTo>
                  <a:cubicBezTo>
                    <a:pt x="2000113" y="4716"/>
                    <a:pt x="2431450" y="1019818"/>
                    <a:pt x="3053110" y="104719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32" name="Straight Connector 4">
              <a:extLst>
                <a:ext uri="{FF2B5EF4-FFF2-40B4-BE49-F238E27FC236}">
                  <a16:creationId xmlns:a16="http://schemas.microsoft.com/office/drawing/2014/main" id="{67B12CFC-6D60-3CF3-EE4C-493816B67C36}"/>
                </a:ext>
              </a:extLst>
            </p:cNvPr>
            <p:cNvCxnSpPr>
              <a:cxnSpLocks/>
            </p:cNvCxnSpPr>
            <p:nvPr/>
          </p:nvCxnSpPr>
          <p:spPr>
            <a:xfrm>
              <a:off x="1807029" y="2821258"/>
              <a:ext cx="4286480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C29236-86F1-319D-F567-67F68F12FF46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ED63FD-108A-BB62-03CB-7263A8565933}"/>
                </a:ext>
              </a:extLst>
            </p:cNvPr>
            <p:cNvCxnSpPr/>
            <p:nvPr/>
          </p:nvCxnSpPr>
          <p:spPr>
            <a:xfrm flipV="1">
              <a:off x="2393426" y="576058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309152-43CD-6DDF-3898-EF0F2B5087B3}"/>
                </a:ext>
              </a:extLst>
            </p:cNvPr>
            <p:cNvCxnSpPr/>
            <p:nvPr/>
          </p:nvCxnSpPr>
          <p:spPr>
            <a:xfrm flipV="1">
              <a:off x="5500975" y="633973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A317992-EF32-0A44-DADA-EE9E0B5BD802}"/>
                </a:ext>
              </a:extLst>
            </p:cNvPr>
            <p:cNvCxnSpPr>
              <a:cxnSpLocks/>
            </p:cNvCxnSpPr>
            <p:nvPr/>
          </p:nvCxnSpPr>
          <p:spPr>
            <a:xfrm>
              <a:off x="2393426" y="882650"/>
              <a:ext cx="310286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49E5122-369B-4C79-732E-F459CD70EC0F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56087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Left Bracket 37">
              <a:extLst>
                <a:ext uri="{FF2B5EF4-FFF2-40B4-BE49-F238E27FC236}">
                  <a16:creationId xmlns:a16="http://schemas.microsoft.com/office/drawing/2014/main" id="{6CCEA6FF-6151-D13C-6C33-DC77786E6DC6}"/>
                </a:ext>
              </a:extLst>
            </p:cNvPr>
            <p:cNvSpPr/>
            <p:nvPr/>
          </p:nvSpPr>
          <p:spPr>
            <a:xfrm rot="16200000">
              <a:off x="2126071" y="2848292"/>
              <a:ext cx="70658" cy="464052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9" name="Left Bracket 38">
              <a:extLst>
                <a:ext uri="{FF2B5EF4-FFF2-40B4-BE49-F238E27FC236}">
                  <a16:creationId xmlns:a16="http://schemas.microsoft.com/office/drawing/2014/main" id="{F7091FAC-15F2-689F-9A83-A5B8FE366902}"/>
                </a:ext>
              </a:extLst>
            </p:cNvPr>
            <p:cNvSpPr/>
            <p:nvPr/>
          </p:nvSpPr>
          <p:spPr>
            <a:xfrm rot="16200000">
              <a:off x="5680003" y="2861278"/>
              <a:ext cx="70658" cy="438079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Left Brace 39">
              <a:extLst>
                <a:ext uri="{FF2B5EF4-FFF2-40B4-BE49-F238E27FC236}">
                  <a16:creationId xmlns:a16="http://schemas.microsoft.com/office/drawing/2014/main" id="{F0791314-4312-088C-F480-0EB5F3BFEA8F}"/>
                </a:ext>
              </a:extLst>
            </p:cNvPr>
            <p:cNvSpPr/>
            <p:nvPr/>
          </p:nvSpPr>
          <p:spPr>
            <a:xfrm rot="16200000">
              <a:off x="3861696" y="1418178"/>
              <a:ext cx="163743" cy="3556279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7F940EF-8880-0E8C-4AFB-83A3B05CA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947" y="1880246"/>
              <a:ext cx="241565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CC9E74C-BB4D-5E8F-0EF3-FD5C87031C7C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F9D0027-43C6-6B81-9E10-0118D4D00A8F}"/>
              </a:ext>
            </a:extLst>
          </p:cNvPr>
          <p:cNvSpPr txBox="1"/>
          <p:nvPr/>
        </p:nvSpPr>
        <p:spPr>
          <a:xfrm>
            <a:off x="4535530" y="3320570"/>
            <a:ext cx="391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dirty="0">
                <a:latin typeface="Average Sans" panose="02000503040000020003" pitchFamily="2" charset="0"/>
              </a:rPr>
              <a:t>Z ?</a:t>
            </a:r>
            <a:endParaRPr lang="en-ID" sz="1400" dirty="0">
              <a:latin typeface="Average Sans" panose="02000503040000020003" pitchFamily="2" charset="0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3C284AF-014E-B746-9A10-E20A17FCD817}"/>
              </a:ext>
            </a:extLst>
          </p:cNvPr>
          <p:cNvGrpSpPr/>
          <p:nvPr/>
        </p:nvGrpSpPr>
        <p:grpSpPr>
          <a:xfrm>
            <a:off x="6901694" y="3588466"/>
            <a:ext cx="4081710" cy="2785959"/>
            <a:chOff x="1271141" y="688500"/>
            <a:chExt cx="5278262" cy="2785959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45D64BD-0EAF-71A3-8347-0C983D762448}"/>
                </a:ext>
              </a:extLst>
            </p:cNvPr>
            <p:cNvSpPr/>
            <p:nvPr/>
          </p:nvSpPr>
          <p:spPr>
            <a:xfrm>
              <a:off x="1543430" y="1291620"/>
              <a:ext cx="4793891" cy="1535018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105668 w 2977177"/>
                <a:gd name="connsiteY0" fmla="*/ 995147 h 1052000"/>
                <a:gd name="connsiteX1" fmla="*/ 97914 w 2977177"/>
                <a:gd name="connsiteY1" fmla="*/ 973011 h 1052000"/>
                <a:gd name="connsiteX2" fmla="*/ 1450374 w 2977177"/>
                <a:gd name="connsiteY2" fmla="*/ 64 h 1052000"/>
                <a:gd name="connsiteX3" fmla="*/ 2977177 w 2977177"/>
                <a:gd name="connsiteY3" fmla="*/ 1023348 h 1052000"/>
                <a:gd name="connsiteX0" fmla="*/ 96254 w 2980463"/>
                <a:gd name="connsiteY0" fmla="*/ 1128497 h 1128497"/>
                <a:gd name="connsiteX1" fmla="*/ 101200 w 2980463"/>
                <a:gd name="connsiteY1" fmla="*/ 973011 h 1128497"/>
                <a:gd name="connsiteX2" fmla="*/ 1453660 w 2980463"/>
                <a:gd name="connsiteY2" fmla="*/ 64 h 1128497"/>
                <a:gd name="connsiteX3" fmla="*/ 2980463 w 2980463"/>
                <a:gd name="connsiteY3" fmla="*/ 1023348 h 1128497"/>
                <a:gd name="connsiteX0" fmla="*/ 90934 w 2975143"/>
                <a:gd name="connsiteY0" fmla="*/ 1128499 h 1142598"/>
                <a:gd name="connsiteX1" fmla="*/ 108580 w 2975143"/>
                <a:gd name="connsiteY1" fmla="*/ 1131763 h 1142598"/>
                <a:gd name="connsiteX2" fmla="*/ 95880 w 2975143"/>
                <a:gd name="connsiteY2" fmla="*/ 973013 h 1142598"/>
                <a:gd name="connsiteX3" fmla="*/ 1448340 w 2975143"/>
                <a:gd name="connsiteY3" fmla="*/ 66 h 1142598"/>
                <a:gd name="connsiteX4" fmla="*/ 2975143 w 2975143"/>
                <a:gd name="connsiteY4" fmla="*/ 1023350 h 1142598"/>
                <a:gd name="connsiteX0" fmla="*/ 56311 w 2940520"/>
                <a:gd name="connsiteY0" fmla="*/ 1128499 h 1158521"/>
                <a:gd name="connsiteX1" fmla="*/ 296207 w 2940520"/>
                <a:gd name="connsiteY1" fmla="*/ 1150813 h 1158521"/>
                <a:gd name="connsiteX2" fmla="*/ 61257 w 2940520"/>
                <a:gd name="connsiteY2" fmla="*/ 973013 h 1158521"/>
                <a:gd name="connsiteX3" fmla="*/ 1413717 w 2940520"/>
                <a:gd name="connsiteY3" fmla="*/ 66 h 1158521"/>
                <a:gd name="connsiteX4" fmla="*/ 2940520 w 2940520"/>
                <a:gd name="connsiteY4" fmla="*/ 1023350 h 1158521"/>
                <a:gd name="connsiteX0" fmla="*/ 382405 w 3266614"/>
                <a:gd name="connsiteY0" fmla="*/ 1128499 h 1305529"/>
                <a:gd name="connsiteX1" fmla="*/ 1 w 3266614"/>
                <a:gd name="connsiteY1" fmla="*/ 1303213 h 1305529"/>
                <a:gd name="connsiteX2" fmla="*/ 387351 w 3266614"/>
                <a:gd name="connsiteY2" fmla="*/ 973013 h 1305529"/>
                <a:gd name="connsiteX3" fmla="*/ 1739811 w 3266614"/>
                <a:gd name="connsiteY3" fmla="*/ 66 h 1305529"/>
                <a:gd name="connsiteX4" fmla="*/ 3266614 w 3266614"/>
                <a:gd name="connsiteY4" fmla="*/ 1023350 h 1305529"/>
                <a:gd name="connsiteX0" fmla="*/ 3252605 w 3266614"/>
                <a:gd name="connsiteY0" fmla="*/ 1153899 h 1305835"/>
                <a:gd name="connsiteX1" fmla="*/ 1 w 3266614"/>
                <a:gd name="connsiteY1" fmla="*/ 1303213 h 1305835"/>
                <a:gd name="connsiteX2" fmla="*/ 387351 w 3266614"/>
                <a:gd name="connsiteY2" fmla="*/ 973013 h 1305835"/>
                <a:gd name="connsiteX3" fmla="*/ 1739811 w 3266614"/>
                <a:gd name="connsiteY3" fmla="*/ 66 h 1305835"/>
                <a:gd name="connsiteX4" fmla="*/ 3266614 w 3266614"/>
                <a:gd name="connsiteY4" fmla="*/ 1023350 h 1305835"/>
                <a:gd name="connsiteX0" fmla="*/ 2961134 w 2975143"/>
                <a:gd name="connsiteY0" fmla="*/ 1153899 h 1159241"/>
                <a:gd name="connsiteX1" fmla="*/ 108580 w 2975143"/>
                <a:gd name="connsiteY1" fmla="*/ 1144463 h 1159241"/>
                <a:gd name="connsiteX2" fmla="*/ 95880 w 2975143"/>
                <a:gd name="connsiteY2" fmla="*/ 973013 h 1159241"/>
                <a:gd name="connsiteX3" fmla="*/ 1448340 w 2975143"/>
                <a:gd name="connsiteY3" fmla="*/ 66 h 1159241"/>
                <a:gd name="connsiteX4" fmla="*/ 2975143 w 2975143"/>
                <a:gd name="connsiteY4" fmla="*/ 1023350 h 1159241"/>
                <a:gd name="connsiteX0" fmla="*/ 2961714 w 2975723"/>
                <a:gd name="connsiteY0" fmla="*/ 1153899 h 1159241"/>
                <a:gd name="connsiteX1" fmla="*/ 106779 w 2975723"/>
                <a:gd name="connsiteY1" fmla="*/ 1144463 h 1159241"/>
                <a:gd name="connsiteX2" fmla="*/ 96460 w 2975723"/>
                <a:gd name="connsiteY2" fmla="*/ 973013 h 1159241"/>
                <a:gd name="connsiteX3" fmla="*/ 1448920 w 2975723"/>
                <a:gd name="connsiteY3" fmla="*/ 66 h 1159241"/>
                <a:gd name="connsiteX4" fmla="*/ 2975723 w 2975723"/>
                <a:gd name="connsiteY4" fmla="*/ 1023350 h 1159241"/>
                <a:gd name="connsiteX0" fmla="*/ 2961714 w 2975723"/>
                <a:gd name="connsiteY0" fmla="*/ 1153899 h 1153925"/>
                <a:gd name="connsiteX1" fmla="*/ 106779 w 2975723"/>
                <a:gd name="connsiteY1" fmla="*/ 1144463 h 1153925"/>
                <a:gd name="connsiteX2" fmla="*/ 96460 w 2975723"/>
                <a:gd name="connsiteY2" fmla="*/ 973013 h 1153925"/>
                <a:gd name="connsiteX3" fmla="*/ 1448920 w 2975723"/>
                <a:gd name="connsiteY3" fmla="*/ 66 h 1153925"/>
                <a:gd name="connsiteX4" fmla="*/ 2975723 w 2975723"/>
                <a:gd name="connsiteY4" fmla="*/ 1023350 h 1153925"/>
                <a:gd name="connsiteX0" fmla="*/ 2865254 w 2879263"/>
                <a:gd name="connsiteY0" fmla="*/ 1153899 h 1153925"/>
                <a:gd name="connsiteX1" fmla="*/ 10319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5254 w 2879263"/>
                <a:gd name="connsiteY0" fmla="*/ 1153899 h 1153925"/>
                <a:gd name="connsiteX1" fmla="*/ 3175 w 2879263"/>
                <a:gd name="connsiteY1" fmla="*/ 1144463 h 1153925"/>
                <a:gd name="connsiteX2" fmla="*/ 0 w 2879263"/>
                <a:gd name="connsiteY2" fmla="*/ 973013 h 1153925"/>
                <a:gd name="connsiteX3" fmla="*/ 1352460 w 2879263"/>
                <a:gd name="connsiteY3" fmla="*/ 66 h 1153925"/>
                <a:gd name="connsiteX4" fmla="*/ 2879263 w 2879263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25"/>
                <a:gd name="connsiteX1" fmla="*/ 0 w 2883231"/>
                <a:gd name="connsiteY1" fmla="*/ 1144463 h 1153925"/>
                <a:gd name="connsiteX2" fmla="*/ 3968 w 2883231"/>
                <a:gd name="connsiteY2" fmla="*/ 973013 h 1153925"/>
                <a:gd name="connsiteX3" fmla="*/ 1356428 w 2883231"/>
                <a:gd name="connsiteY3" fmla="*/ 66 h 1153925"/>
                <a:gd name="connsiteX4" fmla="*/ 2883231 w 2883231"/>
                <a:gd name="connsiteY4" fmla="*/ 1023350 h 1153925"/>
                <a:gd name="connsiteX0" fmla="*/ 2869222 w 2883231"/>
                <a:gd name="connsiteY0" fmla="*/ 1153899 h 1153916"/>
                <a:gd name="connsiteX1" fmla="*/ 0 w 2883231"/>
                <a:gd name="connsiteY1" fmla="*/ 1139701 h 1153916"/>
                <a:gd name="connsiteX2" fmla="*/ 3968 w 2883231"/>
                <a:gd name="connsiteY2" fmla="*/ 973013 h 1153916"/>
                <a:gd name="connsiteX3" fmla="*/ 1356428 w 2883231"/>
                <a:gd name="connsiteY3" fmla="*/ 66 h 1153916"/>
                <a:gd name="connsiteX4" fmla="*/ 2883231 w 2883231"/>
                <a:gd name="connsiteY4" fmla="*/ 1023350 h 1153916"/>
                <a:gd name="connsiteX0" fmla="*/ 2865254 w 2879263"/>
                <a:gd name="connsiteY0" fmla="*/ 1153899 h 1153916"/>
                <a:gd name="connsiteX1" fmla="*/ 7938 w 2879263"/>
                <a:gd name="connsiteY1" fmla="*/ 1139701 h 1153916"/>
                <a:gd name="connsiteX2" fmla="*/ 0 w 2879263"/>
                <a:gd name="connsiteY2" fmla="*/ 973013 h 1153916"/>
                <a:gd name="connsiteX3" fmla="*/ 1352460 w 2879263"/>
                <a:gd name="connsiteY3" fmla="*/ 66 h 1153916"/>
                <a:gd name="connsiteX4" fmla="*/ 2879263 w 2879263"/>
                <a:gd name="connsiteY4" fmla="*/ 1023350 h 1153916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66841 w 2880850"/>
                <a:gd name="connsiteY0" fmla="*/ 1153899 h 1153913"/>
                <a:gd name="connsiteX1" fmla="*/ 0 w 2880850"/>
                <a:gd name="connsiteY1" fmla="*/ 1137319 h 1153913"/>
                <a:gd name="connsiteX2" fmla="*/ 1587 w 2880850"/>
                <a:gd name="connsiteY2" fmla="*/ 973013 h 1153913"/>
                <a:gd name="connsiteX3" fmla="*/ 1354047 w 2880850"/>
                <a:gd name="connsiteY3" fmla="*/ 66 h 1153913"/>
                <a:gd name="connsiteX4" fmla="*/ 2880850 w 2880850"/>
                <a:gd name="connsiteY4" fmla="*/ 1023350 h 1153913"/>
                <a:gd name="connsiteX5" fmla="*/ 2866841 w 2880850"/>
                <a:gd name="connsiteY5" fmla="*/ 1153899 h 1153913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76366 w 2880850"/>
                <a:gd name="connsiteY0" fmla="*/ 1156280 h 1156292"/>
                <a:gd name="connsiteX1" fmla="*/ 0 w 2880850"/>
                <a:gd name="connsiteY1" fmla="*/ 1137319 h 1156292"/>
                <a:gd name="connsiteX2" fmla="*/ 1587 w 2880850"/>
                <a:gd name="connsiteY2" fmla="*/ 973013 h 1156292"/>
                <a:gd name="connsiteX3" fmla="*/ 1354047 w 2880850"/>
                <a:gd name="connsiteY3" fmla="*/ 66 h 1156292"/>
                <a:gd name="connsiteX4" fmla="*/ 2880850 w 2880850"/>
                <a:gd name="connsiteY4" fmla="*/ 1023350 h 1156292"/>
                <a:gd name="connsiteX5" fmla="*/ 2876366 w 2880850"/>
                <a:gd name="connsiteY5" fmla="*/ 1156280 h 1156292"/>
                <a:gd name="connsiteX0" fmla="*/ 2885891 w 2885893"/>
                <a:gd name="connsiteY0" fmla="*/ 1156280 h 1156292"/>
                <a:gd name="connsiteX1" fmla="*/ 0 w 2885893"/>
                <a:gd name="connsiteY1" fmla="*/ 1137319 h 1156292"/>
                <a:gd name="connsiteX2" fmla="*/ 1587 w 2885893"/>
                <a:gd name="connsiteY2" fmla="*/ 973013 h 1156292"/>
                <a:gd name="connsiteX3" fmla="*/ 1354047 w 2885893"/>
                <a:gd name="connsiteY3" fmla="*/ 66 h 1156292"/>
                <a:gd name="connsiteX4" fmla="*/ 2880850 w 2885893"/>
                <a:gd name="connsiteY4" fmla="*/ 1023350 h 1156292"/>
                <a:gd name="connsiteX5" fmla="*/ 2885891 w 2885893"/>
                <a:gd name="connsiteY5" fmla="*/ 1156280 h 1156292"/>
                <a:gd name="connsiteX0" fmla="*/ 2881128 w 2881130"/>
                <a:gd name="connsiteY0" fmla="*/ 1156280 h 1156292"/>
                <a:gd name="connsiteX1" fmla="*/ 0 w 2881130"/>
                <a:gd name="connsiteY1" fmla="*/ 1137319 h 1156292"/>
                <a:gd name="connsiteX2" fmla="*/ 1587 w 2881130"/>
                <a:gd name="connsiteY2" fmla="*/ 973013 h 1156292"/>
                <a:gd name="connsiteX3" fmla="*/ 1354047 w 2881130"/>
                <a:gd name="connsiteY3" fmla="*/ 66 h 1156292"/>
                <a:gd name="connsiteX4" fmla="*/ 2880850 w 2881130"/>
                <a:gd name="connsiteY4" fmla="*/ 1023350 h 1156292"/>
                <a:gd name="connsiteX5" fmla="*/ 2881128 w 2881130"/>
                <a:gd name="connsiteY5" fmla="*/ 1156280 h 1156292"/>
                <a:gd name="connsiteX0" fmla="*/ 2884304 w 2884306"/>
                <a:gd name="connsiteY0" fmla="*/ 1156224 h 1156236"/>
                <a:gd name="connsiteX1" fmla="*/ 3176 w 2884306"/>
                <a:gd name="connsiteY1" fmla="*/ 1137263 h 1156236"/>
                <a:gd name="connsiteX2" fmla="*/ 0 w 2884306"/>
                <a:gd name="connsiteY2" fmla="*/ 1003914 h 1156236"/>
                <a:gd name="connsiteX3" fmla="*/ 1357223 w 2884306"/>
                <a:gd name="connsiteY3" fmla="*/ 10 h 1156236"/>
                <a:gd name="connsiteX4" fmla="*/ 2884026 w 2884306"/>
                <a:gd name="connsiteY4" fmla="*/ 1023294 h 1156236"/>
                <a:gd name="connsiteX5" fmla="*/ 2884304 w 2884306"/>
                <a:gd name="connsiteY5" fmla="*/ 1156224 h 1156236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2884304 w 2884306"/>
                <a:gd name="connsiteY0" fmla="*/ 1156222 h 1156234"/>
                <a:gd name="connsiteX1" fmla="*/ 3176 w 2884306"/>
                <a:gd name="connsiteY1" fmla="*/ 1137261 h 1156234"/>
                <a:gd name="connsiteX2" fmla="*/ 0 w 2884306"/>
                <a:gd name="connsiteY2" fmla="*/ 1003912 h 1156234"/>
                <a:gd name="connsiteX3" fmla="*/ 1357223 w 2884306"/>
                <a:gd name="connsiteY3" fmla="*/ 8 h 1156234"/>
                <a:gd name="connsiteX4" fmla="*/ 2884026 w 2884306"/>
                <a:gd name="connsiteY4" fmla="*/ 1023292 h 1156234"/>
                <a:gd name="connsiteX5" fmla="*/ 2884304 w 28843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93423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34"/>
                <a:gd name="connsiteX1" fmla="*/ 139376 w 3020506"/>
                <a:gd name="connsiteY1" fmla="*/ 1137261 h 1156234"/>
                <a:gd name="connsiteX2" fmla="*/ 0 w 3020506"/>
                <a:gd name="connsiteY2" fmla="*/ 1039754 h 1156234"/>
                <a:gd name="connsiteX3" fmla="*/ 1479086 w 3020506"/>
                <a:gd name="connsiteY3" fmla="*/ 8 h 1156234"/>
                <a:gd name="connsiteX4" fmla="*/ 3020226 w 3020506"/>
                <a:gd name="connsiteY4" fmla="*/ 1023292 h 1156234"/>
                <a:gd name="connsiteX5" fmla="*/ 3020504 w 3020506"/>
                <a:gd name="connsiteY5" fmla="*/ 1156222 h 1156234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20226 w 3020506"/>
                <a:gd name="connsiteY4" fmla="*/ 1023292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0504 w 3020506"/>
                <a:gd name="connsiteY0" fmla="*/ 1156222 h 1156285"/>
                <a:gd name="connsiteX1" fmla="*/ 3176 w 3020506"/>
                <a:gd name="connsiteY1" fmla="*/ 1151598 h 1156285"/>
                <a:gd name="connsiteX2" fmla="*/ 0 w 3020506"/>
                <a:gd name="connsiteY2" fmla="*/ 1039754 h 1156285"/>
                <a:gd name="connsiteX3" fmla="*/ 1479086 w 3020506"/>
                <a:gd name="connsiteY3" fmla="*/ 8 h 1156285"/>
                <a:gd name="connsiteX4" fmla="*/ 3015447 w 3020506"/>
                <a:gd name="connsiteY4" fmla="*/ 1056744 h 1156285"/>
                <a:gd name="connsiteX5" fmla="*/ 3020504 w 3020506"/>
                <a:gd name="connsiteY5" fmla="*/ 1156222 h 1156285"/>
                <a:gd name="connsiteX0" fmla="*/ 3026886 w 3026888"/>
                <a:gd name="connsiteY0" fmla="*/ 1156222 h 1156285"/>
                <a:gd name="connsiteX1" fmla="*/ 0 w 3026888"/>
                <a:gd name="connsiteY1" fmla="*/ 1151598 h 1156285"/>
                <a:gd name="connsiteX2" fmla="*/ 6382 w 3026888"/>
                <a:gd name="connsiteY2" fmla="*/ 1039754 h 1156285"/>
                <a:gd name="connsiteX3" fmla="*/ 1485468 w 3026888"/>
                <a:gd name="connsiteY3" fmla="*/ 8 h 1156285"/>
                <a:gd name="connsiteX4" fmla="*/ 3021829 w 3026888"/>
                <a:gd name="connsiteY4" fmla="*/ 1056744 h 1156285"/>
                <a:gd name="connsiteX5" fmla="*/ 3026886 w 3026888"/>
                <a:gd name="connsiteY5" fmla="*/ 1156222 h 1156285"/>
                <a:gd name="connsiteX0" fmla="*/ 3049178 w 3049180"/>
                <a:gd name="connsiteY0" fmla="*/ 1156222 h 1156285"/>
                <a:gd name="connsiteX1" fmla="*/ 22292 w 3049180"/>
                <a:gd name="connsiteY1" fmla="*/ 1151598 h 1156285"/>
                <a:gd name="connsiteX2" fmla="*/ 0 w 3049180"/>
                <a:gd name="connsiteY2" fmla="*/ 1049312 h 1156285"/>
                <a:gd name="connsiteX3" fmla="*/ 1507760 w 3049180"/>
                <a:gd name="connsiteY3" fmla="*/ 8 h 1156285"/>
                <a:gd name="connsiteX4" fmla="*/ 3044121 w 3049180"/>
                <a:gd name="connsiteY4" fmla="*/ 1056744 h 1156285"/>
                <a:gd name="connsiteX5" fmla="*/ 3049178 w 3049180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3045724 w 3050783"/>
                <a:gd name="connsiteY4" fmla="*/ 1056744 h 1156285"/>
                <a:gd name="connsiteX5" fmla="*/ 3050781 w 3050783"/>
                <a:gd name="connsiteY5" fmla="*/ 1156222 h 1156285"/>
                <a:gd name="connsiteX0" fmla="*/ 3050781 w 3050783"/>
                <a:gd name="connsiteY0" fmla="*/ 1156222 h 1156285"/>
                <a:gd name="connsiteX1" fmla="*/ 0 w 3050783"/>
                <a:gd name="connsiteY1" fmla="*/ 1151598 h 1156285"/>
                <a:gd name="connsiteX2" fmla="*/ 1603 w 3050783"/>
                <a:gd name="connsiteY2" fmla="*/ 1049312 h 1156285"/>
                <a:gd name="connsiteX3" fmla="*/ 1509363 w 3050783"/>
                <a:gd name="connsiteY3" fmla="*/ 8 h 1156285"/>
                <a:gd name="connsiteX4" fmla="*/ 2981208 w 3050783"/>
                <a:gd name="connsiteY4" fmla="*/ 1042407 h 1156285"/>
                <a:gd name="connsiteX5" fmla="*/ 3050781 w 3050783"/>
                <a:gd name="connsiteY5" fmla="*/ 1156222 h 1156285"/>
                <a:gd name="connsiteX0" fmla="*/ 2993433 w 2993435"/>
                <a:gd name="connsiteY0" fmla="*/ 1170559 h 1170571"/>
                <a:gd name="connsiteX1" fmla="*/ 0 w 2993435"/>
                <a:gd name="connsiteY1" fmla="*/ 1151598 h 1170571"/>
                <a:gd name="connsiteX2" fmla="*/ 1603 w 2993435"/>
                <a:gd name="connsiteY2" fmla="*/ 1049312 h 1170571"/>
                <a:gd name="connsiteX3" fmla="*/ 1509363 w 2993435"/>
                <a:gd name="connsiteY3" fmla="*/ 8 h 1170571"/>
                <a:gd name="connsiteX4" fmla="*/ 2981208 w 2993435"/>
                <a:gd name="connsiteY4" fmla="*/ 1042407 h 1170571"/>
                <a:gd name="connsiteX5" fmla="*/ 2993433 w 2993435"/>
                <a:gd name="connsiteY5" fmla="*/ 1170559 h 117057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391 h 1163411"/>
                <a:gd name="connsiteX1" fmla="*/ 0 w 2989850"/>
                <a:gd name="connsiteY1" fmla="*/ 1151598 h 1163411"/>
                <a:gd name="connsiteX2" fmla="*/ 1603 w 2989850"/>
                <a:gd name="connsiteY2" fmla="*/ 1049312 h 1163411"/>
                <a:gd name="connsiteX3" fmla="*/ 1509363 w 2989850"/>
                <a:gd name="connsiteY3" fmla="*/ 8 h 1163411"/>
                <a:gd name="connsiteX4" fmla="*/ 2981208 w 2989850"/>
                <a:gd name="connsiteY4" fmla="*/ 1042407 h 1163411"/>
                <a:gd name="connsiteX5" fmla="*/ 2989848 w 2989850"/>
                <a:gd name="connsiteY5" fmla="*/ 1163391 h 1163411"/>
                <a:gd name="connsiteX0" fmla="*/ 2989848 w 2989850"/>
                <a:gd name="connsiteY0" fmla="*/ 1163406 h 1163426"/>
                <a:gd name="connsiteX1" fmla="*/ 0 w 2989850"/>
                <a:gd name="connsiteY1" fmla="*/ 1151613 h 1163426"/>
                <a:gd name="connsiteX2" fmla="*/ 1603 w 2989850"/>
                <a:gd name="connsiteY2" fmla="*/ 1049327 h 1163426"/>
                <a:gd name="connsiteX3" fmla="*/ 1509363 w 2989850"/>
                <a:gd name="connsiteY3" fmla="*/ 23 h 1163426"/>
                <a:gd name="connsiteX4" fmla="*/ 2981208 w 2989850"/>
                <a:gd name="connsiteY4" fmla="*/ 1042422 h 1163426"/>
                <a:gd name="connsiteX5" fmla="*/ 2989848 w 2989850"/>
                <a:gd name="connsiteY5" fmla="*/ 1163406 h 1163426"/>
                <a:gd name="connsiteX0" fmla="*/ 2989848 w 2989850"/>
                <a:gd name="connsiteY0" fmla="*/ 1163384 h 1163404"/>
                <a:gd name="connsiteX1" fmla="*/ 0 w 2989850"/>
                <a:gd name="connsiteY1" fmla="*/ 1151591 h 1163404"/>
                <a:gd name="connsiteX2" fmla="*/ 1603 w 2989850"/>
                <a:gd name="connsiteY2" fmla="*/ 1049305 h 1163404"/>
                <a:gd name="connsiteX3" fmla="*/ 1509363 w 2989850"/>
                <a:gd name="connsiteY3" fmla="*/ 1 h 1163404"/>
                <a:gd name="connsiteX4" fmla="*/ 2981208 w 2989850"/>
                <a:gd name="connsiteY4" fmla="*/ 1042400 h 1163404"/>
                <a:gd name="connsiteX5" fmla="*/ 2989848 w 2989850"/>
                <a:gd name="connsiteY5" fmla="*/ 1163384 h 1163404"/>
                <a:gd name="connsiteX0" fmla="*/ 2989848 w 2989850"/>
                <a:gd name="connsiteY0" fmla="*/ 1163384 h 1163404"/>
                <a:gd name="connsiteX1" fmla="*/ 0 w 2989850"/>
                <a:gd name="connsiteY1" fmla="*/ 1151591 h 1163404"/>
                <a:gd name="connsiteX2" fmla="*/ 1603 w 2989850"/>
                <a:gd name="connsiteY2" fmla="*/ 1049305 h 1163404"/>
                <a:gd name="connsiteX3" fmla="*/ 1490823 w 2989850"/>
                <a:gd name="connsiteY3" fmla="*/ 1 h 1163404"/>
                <a:gd name="connsiteX4" fmla="*/ 2981208 w 2989850"/>
                <a:gd name="connsiteY4" fmla="*/ 1042400 h 1163404"/>
                <a:gd name="connsiteX5" fmla="*/ 2989848 w 2989850"/>
                <a:gd name="connsiteY5" fmla="*/ 1163384 h 1163404"/>
                <a:gd name="connsiteX0" fmla="*/ 2989848 w 2989850"/>
                <a:gd name="connsiteY0" fmla="*/ 1163384 h 1163404"/>
                <a:gd name="connsiteX1" fmla="*/ 0 w 2989850"/>
                <a:gd name="connsiteY1" fmla="*/ 1151591 h 1163404"/>
                <a:gd name="connsiteX2" fmla="*/ 1603 w 2989850"/>
                <a:gd name="connsiteY2" fmla="*/ 1049305 h 1163404"/>
                <a:gd name="connsiteX3" fmla="*/ 1490823 w 2989850"/>
                <a:gd name="connsiteY3" fmla="*/ 1 h 1163404"/>
                <a:gd name="connsiteX4" fmla="*/ 2981208 w 2989850"/>
                <a:gd name="connsiteY4" fmla="*/ 1042400 h 1163404"/>
                <a:gd name="connsiteX5" fmla="*/ 2989848 w 2989850"/>
                <a:gd name="connsiteY5" fmla="*/ 1163384 h 1163404"/>
                <a:gd name="connsiteX0" fmla="*/ 3260161 w 3260163"/>
                <a:gd name="connsiteY0" fmla="*/ 1163384 h 1163404"/>
                <a:gd name="connsiteX1" fmla="*/ 270313 w 3260163"/>
                <a:gd name="connsiteY1" fmla="*/ 1151591 h 1163404"/>
                <a:gd name="connsiteX2" fmla="*/ 0 w 3260163"/>
                <a:gd name="connsiteY2" fmla="*/ 1049305 h 1163404"/>
                <a:gd name="connsiteX3" fmla="*/ 1761136 w 3260163"/>
                <a:gd name="connsiteY3" fmla="*/ 1 h 1163404"/>
                <a:gd name="connsiteX4" fmla="*/ 3251521 w 3260163"/>
                <a:gd name="connsiteY4" fmla="*/ 1042400 h 1163404"/>
                <a:gd name="connsiteX5" fmla="*/ 3260161 w 3260163"/>
                <a:gd name="connsiteY5" fmla="*/ 1163384 h 1163404"/>
                <a:gd name="connsiteX0" fmla="*/ 3260161 w 3260163"/>
                <a:gd name="connsiteY0" fmla="*/ 1163384 h 1163404"/>
                <a:gd name="connsiteX1" fmla="*/ 270313 w 3260163"/>
                <a:gd name="connsiteY1" fmla="*/ 1151591 h 1163404"/>
                <a:gd name="connsiteX2" fmla="*/ 0 w 3260163"/>
                <a:gd name="connsiteY2" fmla="*/ 1049305 h 1163404"/>
                <a:gd name="connsiteX3" fmla="*/ 1761136 w 3260163"/>
                <a:gd name="connsiteY3" fmla="*/ 1 h 1163404"/>
                <a:gd name="connsiteX4" fmla="*/ 3251521 w 3260163"/>
                <a:gd name="connsiteY4" fmla="*/ 1042400 h 1163404"/>
                <a:gd name="connsiteX5" fmla="*/ 3260161 w 3260163"/>
                <a:gd name="connsiteY5" fmla="*/ 1163384 h 1163404"/>
                <a:gd name="connsiteX0" fmla="*/ 3260161 w 3560516"/>
                <a:gd name="connsiteY0" fmla="*/ 1163402 h 1163422"/>
                <a:gd name="connsiteX1" fmla="*/ 270313 w 3560516"/>
                <a:gd name="connsiteY1" fmla="*/ 1151609 h 1163422"/>
                <a:gd name="connsiteX2" fmla="*/ 0 w 3560516"/>
                <a:gd name="connsiteY2" fmla="*/ 1049323 h 1163422"/>
                <a:gd name="connsiteX3" fmla="*/ 1761136 w 3560516"/>
                <a:gd name="connsiteY3" fmla="*/ 19 h 1163422"/>
                <a:gd name="connsiteX4" fmla="*/ 3560516 w 3560516"/>
                <a:gd name="connsiteY4" fmla="*/ 1080650 h 1163422"/>
                <a:gd name="connsiteX5" fmla="*/ 3260161 w 3560516"/>
                <a:gd name="connsiteY5" fmla="*/ 1163402 h 1163422"/>
                <a:gd name="connsiteX0" fmla="*/ 3260161 w 3579056"/>
                <a:gd name="connsiteY0" fmla="*/ 1163386 h 1163406"/>
                <a:gd name="connsiteX1" fmla="*/ 270313 w 3579056"/>
                <a:gd name="connsiteY1" fmla="*/ 1151593 h 1163406"/>
                <a:gd name="connsiteX2" fmla="*/ 0 w 3579056"/>
                <a:gd name="connsiteY2" fmla="*/ 1049307 h 1163406"/>
                <a:gd name="connsiteX3" fmla="*/ 1761136 w 3579056"/>
                <a:gd name="connsiteY3" fmla="*/ 3 h 1163406"/>
                <a:gd name="connsiteX4" fmla="*/ 3579056 w 3579056"/>
                <a:gd name="connsiteY4" fmla="*/ 1061518 h 1163406"/>
                <a:gd name="connsiteX5" fmla="*/ 3260161 w 3579056"/>
                <a:gd name="connsiteY5" fmla="*/ 1163386 h 1163406"/>
                <a:gd name="connsiteX0" fmla="*/ 3260161 w 3579056"/>
                <a:gd name="connsiteY0" fmla="*/ 1163386 h 1163406"/>
                <a:gd name="connsiteX1" fmla="*/ 270313 w 3579056"/>
                <a:gd name="connsiteY1" fmla="*/ 1151593 h 1163406"/>
                <a:gd name="connsiteX2" fmla="*/ 0 w 3579056"/>
                <a:gd name="connsiteY2" fmla="*/ 1049307 h 1163406"/>
                <a:gd name="connsiteX3" fmla="*/ 1761136 w 3579056"/>
                <a:gd name="connsiteY3" fmla="*/ 3 h 1163406"/>
                <a:gd name="connsiteX4" fmla="*/ 3579056 w 3579056"/>
                <a:gd name="connsiteY4" fmla="*/ 1061518 h 1163406"/>
                <a:gd name="connsiteX5" fmla="*/ 3260161 w 3579056"/>
                <a:gd name="connsiteY5" fmla="*/ 1163386 h 1163406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61136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61136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61136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385 h 1163405"/>
                <a:gd name="connsiteX1" fmla="*/ 270313 w 3579056"/>
                <a:gd name="connsiteY1" fmla="*/ 1151592 h 1163405"/>
                <a:gd name="connsiteX2" fmla="*/ 0 w 3579056"/>
                <a:gd name="connsiteY2" fmla="*/ 1049306 h 1163405"/>
                <a:gd name="connsiteX3" fmla="*/ 1792035 w 3579056"/>
                <a:gd name="connsiteY3" fmla="*/ 2 h 1163405"/>
                <a:gd name="connsiteX4" fmla="*/ 3579056 w 3579056"/>
                <a:gd name="connsiteY4" fmla="*/ 1061517 h 1163405"/>
                <a:gd name="connsiteX5" fmla="*/ 3260161 w 3579056"/>
                <a:gd name="connsiteY5" fmla="*/ 1163385 h 1163405"/>
                <a:gd name="connsiteX0" fmla="*/ 3260161 w 3579056"/>
                <a:gd name="connsiteY0" fmla="*/ 1163563 h 1163583"/>
                <a:gd name="connsiteX1" fmla="*/ 270313 w 3579056"/>
                <a:gd name="connsiteY1" fmla="*/ 1151770 h 1163583"/>
                <a:gd name="connsiteX2" fmla="*/ 0 w 3579056"/>
                <a:gd name="connsiteY2" fmla="*/ 1049484 h 1163583"/>
                <a:gd name="connsiteX3" fmla="*/ 1792035 w 3579056"/>
                <a:gd name="connsiteY3" fmla="*/ 180 h 1163583"/>
                <a:gd name="connsiteX4" fmla="*/ 3579056 w 3579056"/>
                <a:gd name="connsiteY4" fmla="*/ 1061695 h 1163583"/>
                <a:gd name="connsiteX5" fmla="*/ 3260161 w 3579056"/>
                <a:gd name="connsiteY5" fmla="*/ 1163563 h 1163583"/>
                <a:gd name="connsiteX0" fmla="*/ 3260161 w 3579056"/>
                <a:gd name="connsiteY0" fmla="*/ 1163563 h 1163583"/>
                <a:gd name="connsiteX1" fmla="*/ 270313 w 3579056"/>
                <a:gd name="connsiteY1" fmla="*/ 1151770 h 1163583"/>
                <a:gd name="connsiteX2" fmla="*/ 0 w 3579056"/>
                <a:gd name="connsiteY2" fmla="*/ 1049484 h 1163583"/>
                <a:gd name="connsiteX3" fmla="*/ 1792035 w 3579056"/>
                <a:gd name="connsiteY3" fmla="*/ 180 h 1163583"/>
                <a:gd name="connsiteX4" fmla="*/ 3579056 w 3579056"/>
                <a:gd name="connsiteY4" fmla="*/ 1061695 h 1163583"/>
                <a:gd name="connsiteX5" fmla="*/ 3260161 w 3579056"/>
                <a:gd name="connsiteY5" fmla="*/ 1163563 h 1163583"/>
                <a:gd name="connsiteX0" fmla="*/ 3600056 w 3600058"/>
                <a:gd name="connsiteY0" fmla="*/ 1158784 h 1158821"/>
                <a:gd name="connsiteX1" fmla="*/ 270313 w 3600058"/>
                <a:gd name="connsiteY1" fmla="*/ 1151770 h 1158821"/>
                <a:gd name="connsiteX2" fmla="*/ 0 w 3600058"/>
                <a:gd name="connsiteY2" fmla="*/ 1049484 h 1158821"/>
                <a:gd name="connsiteX3" fmla="*/ 1792035 w 3600058"/>
                <a:gd name="connsiteY3" fmla="*/ 180 h 1158821"/>
                <a:gd name="connsiteX4" fmla="*/ 3579056 w 3600058"/>
                <a:gd name="connsiteY4" fmla="*/ 1061695 h 1158821"/>
                <a:gd name="connsiteX5" fmla="*/ 3600056 w 3600058"/>
                <a:gd name="connsiteY5" fmla="*/ 1158784 h 1158821"/>
                <a:gd name="connsiteX0" fmla="*/ 3587696 w 3587698"/>
                <a:gd name="connsiteY0" fmla="*/ 1158784 h 1158821"/>
                <a:gd name="connsiteX1" fmla="*/ 270313 w 3587698"/>
                <a:gd name="connsiteY1" fmla="*/ 1151770 h 1158821"/>
                <a:gd name="connsiteX2" fmla="*/ 0 w 3587698"/>
                <a:gd name="connsiteY2" fmla="*/ 1049484 h 1158821"/>
                <a:gd name="connsiteX3" fmla="*/ 1792035 w 3587698"/>
                <a:gd name="connsiteY3" fmla="*/ 180 h 1158821"/>
                <a:gd name="connsiteX4" fmla="*/ 3579056 w 3587698"/>
                <a:gd name="connsiteY4" fmla="*/ 1061695 h 1158821"/>
                <a:gd name="connsiteX5" fmla="*/ 3587696 w 3587698"/>
                <a:gd name="connsiteY5" fmla="*/ 1158784 h 1158821"/>
                <a:gd name="connsiteX0" fmla="*/ 3607839 w 3607840"/>
                <a:gd name="connsiteY0" fmla="*/ 1158784 h 1158963"/>
                <a:gd name="connsiteX1" fmla="*/ 0 w 3607840"/>
                <a:gd name="connsiteY1" fmla="*/ 1156549 h 1158963"/>
                <a:gd name="connsiteX2" fmla="*/ 20143 w 3607840"/>
                <a:gd name="connsiteY2" fmla="*/ 1049484 h 1158963"/>
                <a:gd name="connsiteX3" fmla="*/ 1812178 w 3607840"/>
                <a:gd name="connsiteY3" fmla="*/ 180 h 1158963"/>
                <a:gd name="connsiteX4" fmla="*/ 3599199 w 3607840"/>
                <a:gd name="connsiteY4" fmla="*/ 1061695 h 1158963"/>
                <a:gd name="connsiteX5" fmla="*/ 3607839 w 3607840"/>
                <a:gd name="connsiteY5" fmla="*/ 1158784 h 1158963"/>
                <a:gd name="connsiteX0" fmla="*/ 3607839 w 3607840"/>
                <a:gd name="connsiteY0" fmla="*/ 1158784 h 1158963"/>
                <a:gd name="connsiteX1" fmla="*/ 0 w 3607840"/>
                <a:gd name="connsiteY1" fmla="*/ 1156549 h 1158963"/>
                <a:gd name="connsiteX2" fmla="*/ 20143 w 3607840"/>
                <a:gd name="connsiteY2" fmla="*/ 1049484 h 1158963"/>
                <a:gd name="connsiteX3" fmla="*/ 1812178 w 3607840"/>
                <a:gd name="connsiteY3" fmla="*/ 180 h 1158963"/>
                <a:gd name="connsiteX4" fmla="*/ 3599199 w 3607840"/>
                <a:gd name="connsiteY4" fmla="*/ 1061695 h 1158963"/>
                <a:gd name="connsiteX5" fmla="*/ 3607839 w 3607840"/>
                <a:gd name="connsiteY5" fmla="*/ 1158784 h 1158963"/>
                <a:gd name="connsiteX0" fmla="*/ 3607839 w 3607840"/>
                <a:gd name="connsiteY0" fmla="*/ 1155201 h 1155380"/>
                <a:gd name="connsiteX1" fmla="*/ 0 w 3607840"/>
                <a:gd name="connsiteY1" fmla="*/ 1152966 h 1155380"/>
                <a:gd name="connsiteX2" fmla="*/ 20143 w 3607840"/>
                <a:gd name="connsiteY2" fmla="*/ 1045901 h 1155380"/>
                <a:gd name="connsiteX3" fmla="*/ 1802908 w 3607840"/>
                <a:gd name="connsiteY3" fmla="*/ 181 h 1155380"/>
                <a:gd name="connsiteX4" fmla="*/ 3599199 w 3607840"/>
                <a:gd name="connsiteY4" fmla="*/ 1058112 h 1155380"/>
                <a:gd name="connsiteX5" fmla="*/ 3607839 w 3607840"/>
                <a:gd name="connsiteY5" fmla="*/ 1155201 h 1155380"/>
                <a:gd name="connsiteX0" fmla="*/ 3607839 w 3607840"/>
                <a:gd name="connsiteY0" fmla="*/ 1155964 h 1156143"/>
                <a:gd name="connsiteX1" fmla="*/ 0 w 3607840"/>
                <a:gd name="connsiteY1" fmla="*/ 1153729 h 1156143"/>
                <a:gd name="connsiteX2" fmla="*/ 20143 w 3607840"/>
                <a:gd name="connsiteY2" fmla="*/ 1046664 h 1156143"/>
                <a:gd name="connsiteX3" fmla="*/ 1802908 w 3607840"/>
                <a:gd name="connsiteY3" fmla="*/ 944 h 1156143"/>
                <a:gd name="connsiteX4" fmla="*/ 3599199 w 3607840"/>
                <a:gd name="connsiteY4" fmla="*/ 1058875 h 1156143"/>
                <a:gd name="connsiteX5" fmla="*/ 3607839 w 3607840"/>
                <a:gd name="connsiteY5" fmla="*/ 1155964 h 1156143"/>
                <a:gd name="connsiteX0" fmla="*/ 3607839 w 3607840"/>
                <a:gd name="connsiteY0" fmla="*/ 1155066 h 1155245"/>
                <a:gd name="connsiteX1" fmla="*/ 0 w 3607840"/>
                <a:gd name="connsiteY1" fmla="*/ 1152831 h 1155245"/>
                <a:gd name="connsiteX2" fmla="*/ 20143 w 3607840"/>
                <a:gd name="connsiteY2" fmla="*/ 1045766 h 1155245"/>
                <a:gd name="connsiteX3" fmla="*/ 1802908 w 3607840"/>
                <a:gd name="connsiteY3" fmla="*/ 46 h 1155245"/>
                <a:gd name="connsiteX4" fmla="*/ 3599199 w 3607840"/>
                <a:gd name="connsiteY4" fmla="*/ 1057977 h 1155245"/>
                <a:gd name="connsiteX5" fmla="*/ 3607839 w 3607840"/>
                <a:gd name="connsiteY5" fmla="*/ 1155066 h 1155245"/>
                <a:gd name="connsiteX0" fmla="*/ 3607839 w 3607840"/>
                <a:gd name="connsiteY0" fmla="*/ 1155116 h 1155295"/>
                <a:gd name="connsiteX1" fmla="*/ 0 w 3607840"/>
                <a:gd name="connsiteY1" fmla="*/ 1152881 h 1155295"/>
                <a:gd name="connsiteX2" fmla="*/ 20143 w 3607840"/>
                <a:gd name="connsiteY2" fmla="*/ 1045816 h 1155295"/>
                <a:gd name="connsiteX3" fmla="*/ 1802908 w 3607840"/>
                <a:gd name="connsiteY3" fmla="*/ 96 h 1155295"/>
                <a:gd name="connsiteX4" fmla="*/ 3599199 w 3607840"/>
                <a:gd name="connsiteY4" fmla="*/ 1058027 h 1155295"/>
                <a:gd name="connsiteX5" fmla="*/ 3607839 w 3607840"/>
                <a:gd name="connsiteY5" fmla="*/ 1155116 h 1155295"/>
                <a:gd name="connsiteX0" fmla="*/ 3607839 w 3607840"/>
                <a:gd name="connsiteY0" fmla="*/ 1155060 h 1155239"/>
                <a:gd name="connsiteX1" fmla="*/ 0 w 3607840"/>
                <a:gd name="connsiteY1" fmla="*/ 1152825 h 1155239"/>
                <a:gd name="connsiteX2" fmla="*/ 20143 w 3607840"/>
                <a:gd name="connsiteY2" fmla="*/ 1045760 h 1155239"/>
                <a:gd name="connsiteX3" fmla="*/ 1802908 w 3607840"/>
                <a:gd name="connsiteY3" fmla="*/ 40 h 1155239"/>
                <a:gd name="connsiteX4" fmla="*/ 3599199 w 3607840"/>
                <a:gd name="connsiteY4" fmla="*/ 1057971 h 1155239"/>
                <a:gd name="connsiteX5" fmla="*/ 3607839 w 3607840"/>
                <a:gd name="connsiteY5" fmla="*/ 1155060 h 115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07840" h="1155239">
                  <a:moveTo>
                    <a:pt x="3607839" y="1155060"/>
                  </a:moveTo>
                  <a:cubicBezTo>
                    <a:pt x="3610780" y="1155604"/>
                    <a:pt x="332551" y="1154927"/>
                    <a:pt x="0" y="1152825"/>
                  </a:cubicBezTo>
                  <a:cubicBezTo>
                    <a:pt x="824" y="1126911"/>
                    <a:pt x="20688" y="1122458"/>
                    <a:pt x="20143" y="1045760"/>
                  </a:cubicBezTo>
                  <a:cubicBezTo>
                    <a:pt x="1095908" y="997433"/>
                    <a:pt x="1339806" y="-7224"/>
                    <a:pt x="1802908" y="40"/>
                  </a:cubicBezTo>
                  <a:cubicBezTo>
                    <a:pt x="2277498" y="7484"/>
                    <a:pt x="2587340" y="1044932"/>
                    <a:pt x="3599199" y="1057971"/>
                  </a:cubicBezTo>
                  <a:cubicBezTo>
                    <a:pt x="3599292" y="1102281"/>
                    <a:pt x="3607746" y="1110750"/>
                    <a:pt x="3607839" y="115506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EE6017C-7E22-D4C2-6BA6-83C92CA93D27}"/>
                </a:ext>
              </a:extLst>
            </p:cNvPr>
            <p:cNvSpPr/>
            <p:nvPr/>
          </p:nvSpPr>
          <p:spPr>
            <a:xfrm>
              <a:off x="1331349" y="2635648"/>
              <a:ext cx="56766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B55DDF1-1D91-25E3-29C9-8C805DD0672D}"/>
                </a:ext>
              </a:extLst>
            </p:cNvPr>
            <p:cNvSpPr/>
            <p:nvPr/>
          </p:nvSpPr>
          <p:spPr>
            <a:xfrm flipH="1">
              <a:off x="5954069" y="2642793"/>
              <a:ext cx="595329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FDC7850-917C-3FAE-F998-C385D56B4FBF}"/>
                </a:ext>
              </a:extLst>
            </p:cNvPr>
            <p:cNvSpPr/>
            <p:nvPr/>
          </p:nvSpPr>
          <p:spPr>
            <a:xfrm>
              <a:off x="1271141" y="1286845"/>
              <a:ext cx="5278262" cy="1426987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73937">
                  <a:moveTo>
                    <a:pt x="0" y="1073937"/>
                  </a:moveTo>
                  <a:cubicBezTo>
                    <a:pt x="1383848" y="1031675"/>
                    <a:pt x="1490997" y="-103"/>
                    <a:pt x="2009740" y="1"/>
                  </a:cubicBezTo>
                  <a:cubicBezTo>
                    <a:pt x="2528483" y="105"/>
                    <a:pt x="2627662" y="1052060"/>
                    <a:pt x="3972370" y="1068685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02" name="Straight Connector 4">
              <a:extLst>
                <a:ext uri="{FF2B5EF4-FFF2-40B4-BE49-F238E27FC236}">
                  <a16:creationId xmlns:a16="http://schemas.microsoft.com/office/drawing/2014/main" id="{77CE9DA1-D387-C675-62AF-6029383DD3AF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203813" cy="12700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DCA9050-37D3-2FD2-EDB9-EB0481B7864D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8D7960E-231A-A5EE-DC65-D5EABDC7BA72}"/>
                </a:ext>
              </a:extLst>
            </p:cNvPr>
            <p:cNvCxnSpPr/>
            <p:nvPr/>
          </p:nvCxnSpPr>
          <p:spPr>
            <a:xfrm flipV="1">
              <a:off x="2142040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21877BF-36C7-EDE0-32E2-3475147BBD08}"/>
                </a:ext>
              </a:extLst>
            </p:cNvPr>
            <p:cNvCxnSpPr/>
            <p:nvPr/>
          </p:nvCxnSpPr>
          <p:spPr>
            <a:xfrm flipV="1">
              <a:off x="5721705" y="688500"/>
              <a:ext cx="0" cy="1841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67D5659-FA43-8358-832A-FF92EFF6CB88}"/>
                </a:ext>
              </a:extLst>
            </p:cNvPr>
            <p:cNvCxnSpPr>
              <a:cxnSpLocks/>
            </p:cNvCxnSpPr>
            <p:nvPr/>
          </p:nvCxnSpPr>
          <p:spPr>
            <a:xfrm>
              <a:off x="2150520" y="882650"/>
              <a:ext cx="357118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2B60D429-5E5C-D866-B82A-39164427B450}"/>
                </a:ext>
              </a:extLst>
            </p:cNvPr>
            <p:cNvCxnSpPr>
              <a:cxnSpLocks/>
            </p:cNvCxnSpPr>
            <p:nvPr/>
          </p:nvCxnSpPr>
          <p:spPr>
            <a:xfrm>
              <a:off x="3935413" y="1168400"/>
              <a:ext cx="178629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Left Bracket 107">
              <a:extLst>
                <a:ext uri="{FF2B5EF4-FFF2-40B4-BE49-F238E27FC236}">
                  <a16:creationId xmlns:a16="http://schemas.microsoft.com/office/drawing/2014/main" id="{B069A3EB-C73B-F369-AC5F-6BABFC2B42F6}"/>
                </a:ext>
              </a:extLst>
            </p:cNvPr>
            <p:cNvSpPr/>
            <p:nvPr/>
          </p:nvSpPr>
          <p:spPr>
            <a:xfrm rot="16200000">
              <a:off x="2000378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9" name="Left Bracket 108">
              <a:extLst>
                <a:ext uri="{FF2B5EF4-FFF2-40B4-BE49-F238E27FC236}">
                  <a16:creationId xmlns:a16="http://schemas.microsoft.com/office/drawing/2014/main" id="{F464EF6D-5821-C805-2B80-A53D497EB76A}"/>
                </a:ext>
              </a:extLst>
            </p:cNvPr>
            <p:cNvSpPr/>
            <p:nvPr/>
          </p:nvSpPr>
          <p:spPr>
            <a:xfrm rot="16200000">
              <a:off x="5792709" y="2973985"/>
              <a:ext cx="70658" cy="212666"/>
            </a:xfrm>
            <a:prstGeom prst="leftBracket">
              <a:avLst>
                <a:gd name="adj" fmla="val 0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10" name="Left Brace 109">
              <a:extLst>
                <a:ext uri="{FF2B5EF4-FFF2-40B4-BE49-F238E27FC236}">
                  <a16:creationId xmlns:a16="http://schemas.microsoft.com/office/drawing/2014/main" id="{10C20853-2E54-184F-F375-92E49FD3D138}"/>
                </a:ext>
              </a:extLst>
            </p:cNvPr>
            <p:cNvSpPr/>
            <p:nvPr/>
          </p:nvSpPr>
          <p:spPr>
            <a:xfrm rot="16200000">
              <a:off x="3857320" y="1294301"/>
              <a:ext cx="162542" cy="3805233"/>
            </a:xfrm>
            <a:prstGeom prst="leftBrace">
              <a:avLst>
                <a:gd name="adj1" fmla="val 0"/>
                <a:gd name="adj2" fmla="val 50151"/>
              </a:avLst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AC8C516-F2FC-0C5C-1E79-B21A565B80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5849" y="1425555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12284A2-41D2-B731-1025-2790F6D9A77D}"/>
                </a:ext>
              </a:extLst>
            </p:cNvPr>
            <p:cNvSpPr/>
            <p:nvPr/>
          </p:nvSpPr>
          <p:spPr>
            <a:xfrm>
              <a:off x="5745094" y="2924942"/>
              <a:ext cx="793758" cy="549517"/>
            </a:xfrm>
            <a:custGeom>
              <a:avLst/>
              <a:gdLst>
                <a:gd name="connsiteX0" fmla="*/ 128421 w 514783"/>
                <a:gd name="connsiteY0" fmla="*/ 0 h 755650"/>
                <a:gd name="connsiteX1" fmla="*/ 20471 w 514783"/>
                <a:gd name="connsiteY1" fmla="*/ 450850 h 755650"/>
                <a:gd name="connsiteX2" fmla="*/ 490371 w 514783"/>
                <a:gd name="connsiteY2" fmla="*/ 546100 h 755650"/>
                <a:gd name="connsiteX3" fmla="*/ 452271 w 514783"/>
                <a:gd name="connsiteY3" fmla="*/ 755650 h 755650"/>
                <a:gd name="connsiteX4" fmla="*/ 452271 w 514783"/>
                <a:gd name="connsiteY4" fmla="*/ 755650 h 755650"/>
                <a:gd name="connsiteX0" fmla="*/ 8291 w 577573"/>
                <a:gd name="connsiteY0" fmla="*/ 0 h 755650"/>
                <a:gd name="connsiteX1" fmla="*/ 567091 w 577573"/>
                <a:gd name="connsiteY1" fmla="*/ 209550 h 755650"/>
                <a:gd name="connsiteX2" fmla="*/ 370241 w 577573"/>
                <a:gd name="connsiteY2" fmla="*/ 546100 h 755650"/>
                <a:gd name="connsiteX3" fmla="*/ 332141 w 577573"/>
                <a:gd name="connsiteY3" fmla="*/ 755650 h 755650"/>
                <a:gd name="connsiteX4" fmla="*/ 332141 w 577573"/>
                <a:gd name="connsiteY4" fmla="*/ 755650 h 755650"/>
                <a:gd name="connsiteX0" fmla="*/ 7908 w 568253"/>
                <a:gd name="connsiteY0" fmla="*/ 0 h 755650"/>
                <a:gd name="connsiteX1" fmla="*/ 566708 w 568253"/>
                <a:gd name="connsiteY1" fmla="*/ 209550 h 755650"/>
                <a:gd name="connsiteX2" fmla="*/ 179358 w 568253"/>
                <a:gd name="connsiteY2" fmla="*/ 577850 h 755650"/>
                <a:gd name="connsiteX3" fmla="*/ 331758 w 568253"/>
                <a:gd name="connsiteY3" fmla="*/ 755650 h 755650"/>
                <a:gd name="connsiteX4" fmla="*/ 331758 w 568253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560345"/>
                <a:gd name="connsiteY0" fmla="*/ 0 h 755650"/>
                <a:gd name="connsiteX1" fmla="*/ 558800 w 560345"/>
                <a:gd name="connsiteY1" fmla="*/ 209550 h 755650"/>
                <a:gd name="connsiteX2" fmla="*/ 171450 w 560345"/>
                <a:gd name="connsiteY2" fmla="*/ 577850 h 755650"/>
                <a:gd name="connsiteX3" fmla="*/ 323850 w 560345"/>
                <a:gd name="connsiteY3" fmla="*/ 755650 h 755650"/>
                <a:gd name="connsiteX4" fmla="*/ 323850 w 560345"/>
                <a:gd name="connsiteY4" fmla="*/ 755650 h 755650"/>
                <a:gd name="connsiteX0" fmla="*/ 0 w 491563"/>
                <a:gd name="connsiteY0" fmla="*/ 0 h 755650"/>
                <a:gd name="connsiteX1" fmla="*/ 489756 w 491563"/>
                <a:gd name="connsiteY1" fmla="*/ 95250 h 755650"/>
                <a:gd name="connsiteX2" fmla="*/ 171450 w 491563"/>
                <a:gd name="connsiteY2" fmla="*/ 577850 h 755650"/>
                <a:gd name="connsiteX3" fmla="*/ 323850 w 491563"/>
                <a:gd name="connsiteY3" fmla="*/ 755650 h 755650"/>
                <a:gd name="connsiteX4" fmla="*/ 323850 w 491563"/>
                <a:gd name="connsiteY4" fmla="*/ 755650 h 755650"/>
                <a:gd name="connsiteX0" fmla="*/ 0 w 493464"/>
                <a:gd name="connsiteY0" fmla="*/ 0 h 755650"/>
                <a:gd name="connsiteX1" fmla="*/ 489756 w 493464"/>
                <a:gd name="connsiteY1" fmla="*/ 95250 h 755650"/>
                <a:gd name="connsiteX2" fmla="*/ 229872 w 493464"/>
                <a:gd name="connsiteY2" fmla="*/ 517525 h 755650"/>
                <a:gd name="connsiteX3" fmla="*/ 323850 w 493464"/>
                <a:gd name="connsiteY3" fmla="*/ 755650 h 755650"/>
                <a:gd name="connsiteX4" fmla="*/ 323850 w 493464"/>
                <a:gd name="connsiteY4" fmla="*/ 755650 h 7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3464" h="755650">
                  <a:moveTo>
                    <a:pt x="0" y="0"/>
                  </a:moveTo>
                  <a:cubicBezTo>
                    <a:pt x="32706" y="195791"/>
                    <a:pt x="451444" y="8996"/>
                    <a:pt x="489756" y="95250"/>
                  </a:cubicBezTo>
                  <a:cubicBezTo>
                    <a:pt x="528068" y="181504"/>
                    <a:pt x="257523" y="407458"/>
                    <a:pt x="229872" y="517525"/>
                  </a:cubicBezTo>
                  <a:cubicBezTo>
                    <a:pt x="202221" y="627592"/>
                    <a:pt x="323850" y="755650"/>
                    <a:pt x="323850" y="755650"/>
                  </a:cubicBezTo>
                  <a:lnTo>
                    <a:pt x="323850" y="755650"/>
                  </a:lnTo>
                </a:path>
              </a:pathLst>
            </a:custGeom>
            <a:noFill/>
            <a:ln w="6350">
              <a:headEnd type="oval" w="sm" len="sm"/>
              <a:tailEnd type="stealth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3AE4919-33F2-63EE-84A6-CD44B8285DF3}"/>
              </a:ext>
            </a:extLst>
          </p:cNvPr>
          <p:cNvGrpSpPr/>
          <p:nvPr/>
        </p:nvGrpSpPr>
        <p:grpSpPr>
          <a:xfrm>
            <a:off x="1893364" y="3781694"/>
            <a:ext cx="4106244" cy="1819275"/>
            <a:chOff x="1299617" y="1021828"/>
            <a:chExt cx="5309989" cy="1819275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A1599CC-FF64-30CF-820C-A4F026BCEE03}"/>
                </a:ext>
              </a:extLst>
            </p:cNvPr>
            <p:cNvSpPr/>
            <p:nvPr/>
          </p:nvSpPr>
          <p:spPr>
            <a:xfrm>
              <a:off x="1325759" y="2616598"/>
              <a:ext cx="573256" cy="21736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29459 h 198310"/>
                <a:gd name="connsiteX6" fmla="*/ 221146 w 221146"/>
                <a:gd name="connsiteY6" fmla="*/ 0 h 19831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5679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6314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3324 w 223324"/>
                <a:gd name="connsiteY0" fmla="*/ 0 h 217360"/>
                <a:gd name="connsiteX1" fmla="*/ 223324 w 223324"/>
                <a:gd name="connsiteY1" fmla="*/ 217360 h 217360"/>
                <a:gd name="connsiteX2" fmla="*/ 124286 w 223324"/>
                <a:gd name="connsiteY2" fmla="*/ 217055 h 217360"/>
                <a:gd name="connsiteX3" fmla="*/ 0 w 223324"/>
                <a:gd name="connsiteY3" fmla="*/ 216518 h 217360"/>
                <a:gd name="connsiteX4" fmla="*/ 2178 w 223324"/>
                <a:gd name="connsiteY4" fmla="*/ 63143 h 217360"/>
                <a:gd name="connsiteX5" fmla="*/ 125591 w 223324"/>
                <a:gd name="connsiteY5" fmla="*/ 48509 h 217360"/>
                <a:gd name="connsiteX6" fmla="*/ 223324 w 223324"/>
                <a:gd name="connsiteY6" fmla="*/ 0 h 2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324" h="217360">
                  <a:moveTo>
                    <a:pt x="223324" y="0"/>
                  </a:moveTo>
                  <a:lnTo>
                    <a:pt x="223324" y="217360"/>
                  </a:lnTo>
                  <a:lnTo>
                    <a:pt x="124286" y="217055"/>
                  </a:lnTo>
                  <a:lnTo>
                    <a:pt x="0" y="216518"/>
                  </a:lnTo>
                  <a:cubicBezTo>
                    <a:pt x="1095" y="182085"/>
                    <a:pt x="2902" y="165055"/>
                    <a:pt x="2178" y="63143"/>
                  </a:cubicBezTo>
                  <a:cubicBezTo>
                    <a:pt x="43274" y="63495"/>
                    <a:pt x="84415" y="58390"/>
                    <a:pt x="125591" y="48509"/>
                  </a:cubicBezTo>
                  <a:lnTo>
                    <a:pt x="223324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6760C38-7498-1A4B-1B89-958C5A82F9D6}"/>
                </a:ext>
              </a:extLst>
            </p:cNvPr>
            <p:cNvSpPr/>
            <p:nvPr/>
          </p:nvSpPr>
          <p:spPr>
            <a:xfrm flipH="1">
              <a:off x="5954068" y="2642793"/>
              <a:ext cx="64976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9571146-BD28-A65E-04B9-2B2E1F10EF84}"/>
                </a:ext>
              </a:extLst>
            </p:cNvPr>
            <p:cNvSpPr/>
            <p:nvPr/>
          </p:nvSpPr>
          <p:spPr>
            <a:xfrm>
              <a:off x="1312197" y="1286837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21" name="Straight Connector 4">
              <a:extLst>
                <a:ext uri="{FF2B5EF4-FFF2-40B4-BE49-F238E27FC236}">
                  <a16:creationId xmlns:a16="http://schemas.microsoft.com/office/drawing/2014/main" id="{E0F395C8-DB0E-EFF5-B8BA-0626CC3E0E2C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E5FD7C5-7422-0105-6E2E-353A8593F425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61B18B-9031-3B02-FACC-37C3237747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0219" y="1829511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A83889BC-8C14-B623-B194-C4759A53AEDE}"/>
                </a:ext>
              </a:extLst>
            </p:cNvPr>
            <p:cNvCxnSpPr>
              <a:cxnSpLocks/>
            </p:cNvCxnSpPr>
            <p:nvPr/>
          </p:nvCxnSpPr>
          <p:spPr>
            <a:xfrm>
              <a:off x="1547110" y="1768099"/>
              <a:ext cx="60588" cy="966932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E157A075-59DC-F45D-A3CD-D435BB7F319F}"/>
              </a:ext>
            </a:extLst>
          </p:cNvPr>
          <p:cNvSpPr txBox="1"/>
          <p:nvPr/>
        </p:nvSpPr>
        <p:spPr>
          <a:xfrm>
            <a:off x="5516919" y="4158633"/>
            <a:ext cx="74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0,025</a:t>
            </a:r>
            <a:endParaRPr lang="en-ID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D6CF301-6E21-54C8-639A-09B7F7E619C8}"/>
              </a:ext>
            </a:extLst>
          </p:cNvPr>
          <p:cNvSpPr txBox="1"/>
          <p:nvPr/>
        </p:nvSpPr>
        <p:spPr>
          <a:xfrm>
            <a:off x="5946780" y="6121519"/>
            <a:ext cx="388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+Z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90D6181-651F-EC7F-86D3-19548259F599}"/>
              </a:ext>
            </a:extLst>
          </p:cNvPr>
          <p:cNvSpPr txBox="1"/>
          <p:nvPr/>
        </p:nvSpPr>
        <p:spPr>
          <a:xfrm>
            <a:off x="1735823" y="4140855"/>
            <a:ext cx="74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0,025</a:t>
            </a:r>
            <a:endParaRPr lang="en-ID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1708F7EB-A124-002E-4E88-3099E34BDCD6}"/>
              </a:ext>
            </a:extLst>
          </p:cNvPr>
          <p:cNvSpPr/>
          <p:nvPr/>
        </p:nvSpPr>
        <p:spPr>
          <a:xfrm flipH="1">
            <a:off x="1847166" y="5690447"/>
            <a:ext cx="475171" cy="465462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BACF7B2-41B7-FCFA-E985-11CB7E2DB1A5}"/>
              </a:ext>
            </a:extLst>
          </p:cNvPr>
          <p:cNvSpPr txBox="1"/>
          <p:nvPr/>
        </p:nvSpPr>
        <p:spPr>
          <a:xfrm>
            <a:off x="1661858" y="6066648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>
                <a:latin typeface="Average Sans" panose="02000503040000020003" pitchFamily="2" charset="0"/>
              </a:rPr>
              <a:t>-Z</a:t>
            </a:r>
            <a:endParaRPr lang="en-ID" sz="1400">
              <a:latin typeface="Average Sans" panose="0200050304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0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366C8F8-0C08-864A-6E1C-55775B51908F}"/>
              </a:ext>
            </a:extLst>
          </p:cNvPr>
          <p:cNvGrpSpPr/>
          <p:nvPr/>
        </p:nvGrpSpPr>
        <p:grpSpPr>
          <a:xfrm>
            <a:off x="1173730" y="557127"/>
            <a:ext cx="4126753" cy="3071220"/>
            <a:chOff x="1173730" y="557127"/>
            <a:chExt cx="4126753" cy="307122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1453A7C-77B0-61FB-6740-D0E6A88EC6A3}"/>
                </a:ext>
              </a:extLst>
            </p:cNvPr>
            <p:cNvSpPr txBox="1"/>
            <p:nvPr/>
          </p:nvSpPr>
          <p:spPr>
            <a:xfrm>
              <a:off x="2540557" y="557127"/>
              <a:ext cx="625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400">
                  <a:latin typeface="Average Sans" panose="02000503040000020003" pitchFamily="2" charset="0"/>
                </a:rPr>
                <a:t>0,950</a:t>
              </a:r>
              <a:endParaRPr lang="en-ID" sz="1400">
                <a:latin typeface="Average Sans" panose="02000503040000020003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CA4B244-7101-53E9-3BAA-94C624F699F6}"/>
                </a:ext>
              </a:extLst>
            </p:cNvPr>
            <p:cNvSpPr txBox="1"/>
            <p:nvPr/>
          </p:nvSpPr>
          <p:spPr>
            <a:xfrm>
              <a:off x="3203963" y="918143"/>
              <a:ext cx="5982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400">
                  <a:latin typeface="Average Sans" panose="02000503040000020003" pitchFamily="2" charset="0"/>
                </a:rPr>
                <a:t>0,475</a:t>
              </a:r>
              <a:endParaRPr lang="en-ID" sz="1400">
                <a:latin typeface="Average Sans" panose="02000503040000020003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0D389EC-B826-81FF-14DE-55C7E85A1CB8}"/>
                </a:ext>
              </a:extLst>
            </p:cNvPr>
            <p:cNvSpPr txBox="1"/>
            <p:nvPr/>
          </p:nvSpPr>
          <p:spPr>
            <a:xfrm>
              <a:off x="2579318" y="3282024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400">
                  <a:latin typeface="Average Sans" panose="02000503040000020003" pitchFamily="2" charset="0"/>
                </a:rPr>
                <a:t>0,050</a:t>
              </a:r>
              <a:endParaRPr lang="en-ID" sz="1400">
                <a:latin typeface="Average Sans" panose="02000503040000020003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0A8F40E-8BAB-E8B1-85B6-BD8FDF835D9D}"/>
                    </a:ext>
                  </a:extLst>
                </p:cNvPr>
                <p:cNvSpPr txBox="1"/>
                <p:nvPr/>
              </p:nvSpPr>
              <p:spPr>
                <a:xfrm>
                  <a:off x="4200971" y="1554723"/>
                  <a:ext cx="1026909" cy="3794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id-ID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1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id-ID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id-ID" sz="1400">
                      <a:latin typeface="Average Sans" panose="02000503040000020003" pitchFamily="2" charset="0"/>
                    </a:rPr>
                    <a:t>0,025</a:t>
                  </a:r>
                  <a:endParaRPr lang="en-ID" sz="1400">
                    <a:latin typeface="Average Sans" panose="02000503040000020003" pitchFamily="2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0A8F40E-8BAB-E8B1-85B6-BD8FDF835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971" y="1554723"/>
                  <a:ext cx="1026909" cy="379463"/>
                </a:xfrm>
                <a:prstGeom prst="rect">
                  <a:avLst/>
                </a:prstGeom>
                <a:blipFill>
                  <a:blip r:embed="rId2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id-ID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BE94A5B-0D7F-EAF4-33D0-9B895631885B}"/>
                </a:ext>
              </a:extLst>
            </p:cNvPr>
            <p:cNvGrpSpPr/>
            <p:nvPr/>
          </p:nvGrpSpPr>
          <p:grpSpPr>
            <a:xfrm>
              <a:off x="1173730" y="688500"/>
              <a:ext cx="3659146" cy="2785959"/>
              <a:chOff x="1807029" y="688500"/>
              <a:chExt cx="4731823" cy="2785959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A624FC64-99FE-A864-D365-D46FD011C3D0}"/>
                  </a:ext>
                </a:extLst>
              </p:cNvPr>
              <p:cNvSpPr/>
              <p:nvPr/>
            </p:nvSpPr>
            <p:spPr>
              <a:xfrm>
                <a:off x="1929374" y="1286900"/>
                <a:ext cx="3972742" cy="1545874"/>
              </a:xfrm>
              <a:custGeom>
                <a:avLst/>
                <a:gdLst>
                  <a:gd name="connsiteX0" fmla="*/ 0 w 2832847"/>
                  <a:gd name="connsiteY0" fmla="*/ 609602 h 609602"/>
                  <a:gd name="connsiteX1" fmla="*/ 1246094 w 2832847"/>
                  <a:gd name="connsiteY1" fmla="*/ 2 h 609602"/>
                  <a:gd name="connsiteX2" fmla="*/ 2832847 w 2832847"/>
                  <a:gd name="connsiteY2" fmla="*/ 600637 h 609602"/>
                  <a:gd name="connsiteX3" fmla="*/ 2832847 w 2832847"/>
                  <a:gd name="connsiteY3" fmla="*/ 600637 h 609602"/>
                  <a:gd name="connsiteX0" fmla="*/ 0 w 2832847"/>
                  <a:gd name="connsiteY0" fmla="*/ 609602 h 609602"/>
                  <a:gd name="connsiteX1" fmla="*/ 1246094 w 2832847"/>
                  <a:gd name="connsiteY1" fmla="*/ 2 h 609602"/>
                  <a:gd name="connsiteX2" fmla="*/ 2832847 w 2832847"/>
                  <a:gd name="connsiteY2" fmla="*/ 600637 h 609602"/>
                  <a:gd name="connsiteX3" fmla="*/ 2832847 w 2832847"/>
                  <a:gd name="connsiteY3" fmla="*/ 600637 h 609602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3" fmla="*/ 2832847 w 2832847"/>
                  <a:gd name="connsiteY3" fmla="*/ 986119 h 995084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3" fmla="*/ 1594597 w 2832847"/>
                  <a:gd name="connsiteY3" fmla="*/ 933731 h 995084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3" fmla="*/ 1594597 w 2832847"/>
                  <a:gd name="connsiteY3" fmla="*/ 933731 h 995084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0" fmla="*/ 0 w 2280397"/>
                  <a:gd name="connsiteY0" fmla="*/ 995378 h 995378"/>
                  <a:gd name="connsiteX1" fmla="*/ 1344706 w 2280397"/>
                  <a:gd name="connsiteY1" fmla="*/ 295 h 995378"/>
                  <a:gd name="connsiteX2" fmla="*/ 2280397 w 2280397"/>
                  <a:gd name="connsiteY2" fmla="*/ 881638 h 995378"/>
                  <a:gd name="connsiteX0" fmla="*/ 0 w 2018459"/>
                  <a:gd name="connsiteY0" fmla="*/ 1045611 h 1045611"/>
                  <a:gd name="connsiteX1" fmla="*/ 1344706 w 2018459"/>
                  <a:gd name="connsiteY1" fmla="*/ 50528 h 1045611"/>
                  <a:gd name="connsiteX2" fmla="*/ 2018459 w 2018459"/>
                  <a:gd name="connsiteY2" fmla="*/ 136534 h 1045611"/>
                  <a:gd name="connsiteX0" fmla="*/ 0 w 2018459"/>
                  <a:gd name="connsiteY0" fmla="*/ 1032402 h 1032402"/>
                  <a:gd name="connsiteX1" fmla="*/ 1344706 w 2018459"/>
                  <a:gd name="connsiteY1" fmla="*/ 37319 h 1032402"/>
                  <a:gd name="connsiteX2" fmla="*/ 2018459 w 2018459"/>
                  <a:gd name="connsiteY2" fmla="*/ 194762 h 1032402"/>
                  <a:gd name="connsiteX0" fmla="*/ 0 w 2304209"/>
                  <a:gd name="connsiteY0" fmla="*/ 998789 h 998789"/>
                  <a:gd name="connsiteX1" fmla="*/ 1344706 w 2304209"/>
                  <a:gd name="connsiteY1" fmla="*/ 3706 h 998789"/>
                  <a:gd name="connsiteX2" fmla="*/ 2304209 w 2304209"/>
                  <a:gd name="connsiteY2" fmla="*/ 637399 h 998789"/>
                  <a:gd name="connsiteX0" fmla="*/ 0 w 2380409"/>
                  <a:gd name="connsiteY0" fmla="*/ 995781 h 995781"/>
                  <a:gd name="connsiteX1" fmla="*/ 1344706 w 2380409"/>
                  <a:gd name="connsiteY1" fmla="*/ 698 h 995781"/>
                  <a:gd name="connsiteX2" fmla="*/ 2380409 w 2380409"/>
                  <a:gd name="connsiteY2" fmla="*/ 824891 h 995781"/>
                  <a:gd name="connsiteX0" fmla="*/ 0 w 2380409"/>
                  <a:gd name="connsiteY0" fmla="*/ 995781 h 995781"/>
                  <a:gd name="connsiteX1" fmla="*/ 1344706 w 2380409"/>
                  <a:gd name="connsiteY1" fmla="*/ 698 h 995781"/>
                  <a:gd name="connsiteX2" fmla="*/ 2380409 w 2380409"/>
                  <a:gd name="connsiteY2" fmla="*/ 824891 h 995781"/>
                  <a:gd name="connsiteX0" fmla="*/ 0 w 1344706"/>
                  <a:gd name="connsiteY0" fmla="*/ 995083 h 995083"/>
                  <a:gd name="connsiteX1" fmla="*/ 1344706 w 1344706"/>
                  <a:gd name="connsiteY1" fmla="*/ 0 h 995083"/>
                  <a:gd name="connsiteX0" fmla="*/ 0 w 1446677"/>
                  <a:gd name="connsiteY0" fmla="*/ 1067623 h 1067623"/>
                  <a:gd name="connsiteX1" fmla="*/ 1344706 w 1446677"/>
                  <a:gd name="connsiteY1" fmla="*/ 72540 h 1067623"/>
                  <a:gd name="connsiteX2" fmla="*/ 1352831 w 1446677"/>
                  <a:gd name="connsiteY2" fmla="*/ 76649 h 1067623"/>
                  <a:gd name="connsiteX0" fmla="*/ 0 w 2262469"/>
                  <a:gd name="connsiteY0" fmla="*/ 998063 h 998063"/>
                  <a:gd name="connsiteX1" fmla="*/ 1344706 w 2262469"/>
                  <a:gd name="connsiteY1" fmla="*/ 2980 h 998063"/>
                  <a:gd name="connsiteX2" fmla="*/ 2262469 w 2262469"/>
                  <a:gd name="connsiteY2" fmla="*/ 669077 h 998063"/>
                  <a:gd name="connsiteX0" fmla="*/ 0 w 2972081"/>
                  <a:gd name="connsiteY0" fmla="*/ 995121 h 1037610"/>
                  <a:gd name="connsiteX1" fmla="*/ 1344706 w 2972081"/>
                  <a:gd name="connsiteY1" fmla="*/ 38 h 1037610"/>
                  <a:gd name="connsiteX2" fmla="*/ 2972081 w 2972081"/>
                  <a:gd name="connsiteY2" fmla="*/ 1037610 h 1037610"/>
                  <a:gd name="connsiteX0" fmla="*/ 0 w 2972081"/>
                  <a:gd name="connsiteY0" fmla="*/ 995121 h 1037610"/>
                  <a:gd name="connsiteX1" fmla="*/ 1344706 w 2972081"/>
                  <a:gd name="connsiteY1" fmla="*/ 38 h 1037610"/>
                  <a:gd name="connsiteX2" fmla="*/ 2972081 w 2972081"/>
                  <a:gd name="connsiteY2" fmla="*/ 1037610 h 1037610"/>
                  <a:gd name="connsiteX0" fmla="*/ 0 w 2972081"/>
                  <a:gd name="connsiteY0" fmla="*/ 995121 h 1037610"/>
                  <a:gd name="connsiteX1" fmla="*/ 1344706 w 2972081"/>
                  <a:gd name="connsiteY1" fmla="*/ 38 h 1037610"/>
                  <a:gd name="connsiteX2" fmla="*/ 2972081 w 2972081"/>
                  <a:gd name="connsiteY2" fmla="*/ 1037610 h 1037610"/>
                  <a:gd name="connsiteX0" fmla="*/ 0 w 2791106"/>
                  <a:gd name="connsiteY0" fmla="*/ 995438 h 995438"/>
                  <a:gd name="connsiteX1" fmla="*/ 1344706 w 2791106"/>
                  <a:gd name="connsiteY1" fmla="*/ 355 h 995438"/>
                  <a:gd name="connsiteX2" fmla="*/ 2791106 w 2791106"/>
                  <a:gd name="connsiteY2" fmla="*/ 871239 h 995438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8199"/>
                  <a:gd name="connsiteY0" fmla="*/ 995130 h 1042381"/>
                  <a:gd name="connsiteX1" fmla="*/ 1344706 w 2898199"/>
                  <a:gd name="connsiteY1" fmla="*/ 47 h 1042381"/>
                  <a:gd name="connsiteX2" fmla="*/ 2895881 w 2898199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710144"/>
                  <a:gd name="connsiteY0" fmla="*/ 995130 h 1042381"/>
                  <a:gd name="connsiteX1" fmla="*/ 1344706 w 2710144"/>
                  <a:gd name="connsiteY1" fmla="*/ 47 h 1042381"/>
                  <a:gd name="connsiteX2" fmla="*/ 2710144 w 2710144"/>
                  <a:gd name="connsiteY2" fmla="*/ 1042381 h 1042381"/>
                  <a:gd name="connsiteX0" fmla="*/ 0 w 2871509"/>
                  <a:gd name="connsiteY0" fmla="*/ 995130 h 1042381"/>
                  <a:gd name="connsiteX1" fmla="*/ 1344706 w 2871509"/>
                  <a:gd name="connsiteY1" fmla="*/ 47 h 1042381"/>
                  <a:gd name="connsiteX2" fmla="*/ 2871509 w 2871509"/>
                  <a:gd name="connsiteY2" fmla="*/ 1042381 h 1042381"/>
                  <a:gd name="connsiteX0" fmla="*/ 0 w 2871509"/>
                  <a:gd name="connsiteY0" fmla="*/ 995130 h 1042381"/>
                  <a:gd name="connsiteX1" fmla="*/ 1344706 w 2871509"/>
                  <a:gd name="connsiteY1" fmla="*/ 47 h 1042381"/>
                  <a:gd name="connsiteX2" fmla="*/ 2871509 w 2871509"/>
                  <a:gd name="connsiteY2" fmla="*/ 1042381 h 1042381"/>
                  <a:gd name="connsiteX0" fmla="*/ 0 w 2865159"/>
                  <a:gd name="connsiteY0" fmla="*/ 995085 h 1004236"/>
                  <a:gd name="connsiteX1" fmla="*/ 1344706 w 2865159"/>
                  <a:gd name="connsiteY1" fmla="*/ 2 h 1004236"/>
                  <a:gd name="connsiteX2" fmla="*/ 2865159 w 2865159"/>
                  <a:gd name="connsiteY2" fmla="*/ 1004236 h 1004236"/>
                  <a:gd name="connsiteX0" fmla="*/ 0 w 2871509"/>
                  <a:gd name="connsiteY0" fmla="*/ 995099 h 1023300"/>
                  <a:gd name="connsiteX1" fmla="*/ 1344706 w 2871509"/>
                  <a:gd name="connsiteY1" fmla="*/ 16 h 1023300"/>
                  <a:gd name="connsiteX2" fmla="*/ 2871509 w 2871509"/>
                  <a:gd name="connsiteY2" fmla="*/ 1023300 h 1023300"/>
                  <a:gd name="connsiteX0" fmla="*/ 0 w 2871509"/>
                  <a:gd name="connsiteY0" fmla="*/ 995099 h 1023300"/>
                  <a:gd name="connsiteX1" fmla="*/ 1344706 w 2871509"/>
                  <a:gd name="connsiteY1" fmla="*/ 16 h 1023300"/>
                  <a:gd name="connsiteX2" fmla="*/ 2871509 w 2871509"/>
                  <a:gd name="connsiteY2" fmla="*/ 1023300 h 1023300"/>
                  <a:gd name="connsiteX0" fmla="*/ 105668 w 2977177"/>
                  <a:gd name="connsiteY0" fmla="*/ 995147 h 1052000"/>
                  <a:gd name="connsiteX1" fmla="*/ 97914 w 2977177"/>
                  <a:gd name="connsiteY1" fmla="*/ 973011 h 1052000"/>
                  <a:gd name="connsiteX2" fmla="*/ 1450374 w 2977177"/>
                  <a:gd name="connsiteY2" fmla="*/ 64 h 1052000"/>
                  <a:gd name="connsiteX3" fmla="*/ 2977177 w 2977177"/>
                  <a:gd name="connsiteY3" fmla="*/ 1023348 h 1052000"/>
                  <a:gd name="connsiteX0" fmla="*/ 96254 w 2980463"/>
                  <a:gd name="connsiteY0" fmla="*/ 1128497 h 1128497"/>
                  <a:gd name="connsiteX1" fmla="*/ 101200 w 2980463"/>
                  <a:gd name="connsiteY1" fmla="*/ 973011 h 1128497"/>
                  <a:gd name="connsiteX2" fmla="*/ 1453660 w 2980463"/>
                  <a:gd name="connsiteY2" fmla="*/ 64 h 1128497"/>
                  <a:gd name="connsiteX3" fmla="*/ 2980463 w 2980463"/>
                  <a:gd name="connsiteY3" fmla="*/ 1023348 h 1128497"/>
                  <a:gd name="connsiteX0" fmla="*/ 90934 w 2975143"/>
                  <a:gd name="connsiteY0" fmla="*/ 1128499 h 1142598"/>
                  <a:gd name="connsiteX1" fmla="*/ 108580 w 2975143"/>
                  <a:gd name="connsiteY1" fmla="*/ 1131763 h 1142598"/>
                  <a:gd name="connsiteX2" fmla="*/ 95880 w 2975143"/>
                  <a:gd name="connsiteY2" fmla="*/ 973013 h 1142598"/>
                  <a:gd name="connsiteX3" fmla="*/ 1448340 w 2975143"/>
                  <a:gd name="connsiteY3" fmla="*/ 66 h 1142598"/>
                  <a:gd name="connsiteX4" fmla="*/ 2975143 w 2975143"/>
                  <a:gd name="connsiteY4" fmla="*/ 1023350 h 1142598"/>
                  <a:gd name="connsiteX0" fmla="*/ 56311 w 2940520"/>
                  <a:gd name="connsiteY0" fmla="*/ 1128499 h 1158521"/>
                  <a:gd name="connsiteX1" fmla="*/ 296207 w 2940520"/>
                  <a:gd name="connsiteY1" fmla="*/ 1150813 h 1158521"/>
                  <a:gd name="connsiteX2" fmla="*/ 61257 w 2940520"/>
                  <a:gd name="connsiteY2" fmla="*/ 973013 h 1158521"/>
                  <a:gd name="connsiteX3" fmla="*/ 1413717 w 2940520"/>
                  <a:gd name="connsiteY3" fmla="*/ 66 h 1158521"/>
                  <a:gd name="connsiteX4" fmla="*/ 2940520 w 2940520"/>
                  <a:gd name="connsiteY4" fmla="*/ 1023350 h 1158521"/>
                  <a:gd name="connsiteX0" fmla="*/ 382405 w 3266614"/>
                  <a:gd name="connsiteY0" fmla="*/ 1128499 h 1305529"/>
                  <a:gd name="connsiteX1" fmla="*/ 1 w 3266614"/>
                  <a:gd name="connsiteY1" fmla="*/ 1303213 h 1305529"/>
                  <a:gd name="connsiteX2" fmla="*/ 387351 w 3266614"/>
                  <a:gd name="connsiteY2" fmla="*/ 973013 h 1305529"/>
                  <a:gd name="connsiteX3" fmla="*/ 1739811 w 3266614"/>
                  <a:gd name="connsiteY3" fmla="*/ 66 h 1305529"/>
                  <a:gd name="connsiteX4" fmla="*/ 3266614 w 3266614"/>
                  <a:gd name="connsiteY4" fmla="*/ 1023350 h 1305529"/>
                  <a:gd name="connsiteX0" fmla="*/ 3252605 w 3266614"/>
                  <a:gd name="connsiteY0" fmla="*/ 1153899 h 1305835"/>
                  <a:gd name="connsiteX1" fmla="*/ 1 w 3266614"/>
                  <a:gd name="connsiteY1" fmla="*/ 1303213 h 1305835"/>
                  <a:gd name="connsiteX2" fmla="*/ 387351 w 3266614"/>
                  <a:gd name="connsiteY2" fmla="*/ 973013 h 1305835"/>
                  <a:gd name="connsiteX3" fmla="*/ 1739811 w 3266614"/>
                  <a:gd name="connsiteY3" fmla="*/ 66 h 1305835"/>
                  <a:gd name="connsiteX4" fmla="*/ 3266614 w 3266614"/>
                  <a:gd name="connsiteY4" fmla="*/ 1023350 h 1305835"/>
                  <a:gd name="connsiteX0" fmla="*/ 2961134 w 2975143"/>
                  <a:gd name="connsiteY0" fmla="*/ 1153899 h 1159241"/>
                  <a:gd name="connsiteX1" fmla="*/ 108580 w 2975143"/>
                  <a:gd name="connsiteY1" fmla="*/ 1144463 h 1159241"/>
                  <a:gd name="connsiteX2" fmla="*/ 95880 w 2975143"/>
                  <a:gd name="connsiteY2" fmla="*/ 973013 h 1159241"/>
                  <a:gd name="connsiteX3" fmla="*/ 1448340 w 2975143"/>
                  <a:gd name="connsiteY3" fmla="*/ 66 h 1159241"/>
                  <a:gd name="connsiteX4" fmla="*/ 2975143 w 2975143"/>
                  <a:gd name="connsiteY4" fmla="*/ 1023350 h 1159241"/>
                  <a:gd name="connsiteX0" fmla="*/ 2961714 w 2975723"/>
                  <a:gd name="connsiteY0" fmla="*/ 1153899 h 1159241"/>
                  <a:gd name="connsiteX1" fmla="*/ 106779 w 2975723"/>
                  <a:gd name="connsiteY1" fmla="*/ 1144463 h 1159241"/>
                  <a:gd name="connsiteX2" fmla="*/ 96460 w 2975723"/>
                  <a:gd name="connsiteY2" fmla="*/ 973013 h 1159241"/>
                  <a:gd name="connsiteX3" fmla="*/ 1448920 w 2975723"/>
                  <a:gd name="connsiteY3" fmla="*/ 66 h 1159241"/>
                  <a:gd name="connsiteX4" fmla="*/ 2975723 w 2975723"/>
                  <a:gd name="connsiteY4" fmla="*/ 1023350 h 1159241"/>
                  <a:gd name="connsiteX0" fmla="*/ 2961714 w 2975723"/>
                  <a:gd name="connsiteY0" fmla="*/ 1153899 h 1153925"/>
                  <a:gd name="connsiteX1" fmla="*/ 106779 w 2975723"/>
                  <a:gd name="connsiteY1" fmla="*/ 1144463 h 1153925"/>
                  <a:gd name="connsiteX2" fmla="*/ 96460 w 2975723"/>
                  <a:gd name="connsiteY2" fmla="*/ 973013 h 1153925"/>
                  <a:gd name="connsiteX3" fmla="*/ 1448920 w 2975723"/>
                  <a:gd name="connsiteY3" fmla="*/ 66 h 1153925"/>
                  <a:gd name="connsiteX4" fmla="*/ 2975723 w 2975723"/>
                  <a:gd name="connsiteY4" fmla="*/ 1023350 h 1153925"/>
                  <a:gd name="connsiteX0" fmla="*/ 2865254 w 2879263"/>
                  <a:gd name="connsiteY0" fmla="*/ 1153899 h 1153925"/>
                  <a:gd name="connsiteX1" fmla="*/ 10319 w 2879263"/>
                  <a:gd name="connsiteY1" fmla="*/ 1144463 h 1153925"/>
                  <a:gd name="connsiteX2" fmla="*/ 0 w 2879263"/>
                  <a:gd name="connsiteY2" fmla="*/ 973013 h 1153925"/>
                  <a:gd name="connsiteX3" fmla="*/ 1352460 w 2879263"/>
                  <a:gd name="connsiteY3" fmla="*/ 66 h 1153925"/>
                  <a:gd name="connsiteX4" fmla="*/ 2879263 w 2879263"/>
                  <a:gd name="connsiteY4" fmla="*/ 1023350 h 1153925"/>
                  <a:gd name="connsiteX0" fmla="*/ 2865254 w 2879263"/>
                  <a:gd name="connsiteY0" fmla="*/ 1153899 h 1153925"/>
                  <a:gd name="connsiteX1" fmla="*/ 3175 w 2879263"/>
                  <a:gd name="connsiteY1" fmla="*/ 1144463 h 1153925"/>
                  <a:gd name="connsiteX2" fmla="*/ 0 w 2879263"/>
                  <a:gd name="connsiteY2" fmla="*/ 973013 h 1153925"/>
                  <a:gd name="connsiteX3" fmla="*/ 1352460 w 2879263"/>
                  <a:gd name="connsiteY3" fmla="*/ 66 h 1153925"/>
                  <a:gd name="connsiteX4" fmla="*/ 2879263 w 2879263"/>
                  <a:gd name="connsiteY4" fmla="*/ 1023350 h 1153925"/>
                  <a:gd name="connsiteX0" fmla="*/ 2869222 w 2883231"/>
                  <a:gd name="connsiteY0" fmla="*/ 1153899 h 1153925"/>
                  <a:gd name="connsiteX1" fmla="*/ 0 w 2883231"/>
                  <a:gd name="connsiteY1" fmla="*/ 1144463 h 1153925"/>
                  <a:gd name="connsiteX2" fmla="*/ 3968 w 2883231"/>
                  <a:gd name="connsiteY2" fmla="*/ 973013 h 1153925"/>
                  <a:gd name="connsiteX3" fmla="*/ 1356428 w 2883231"/>
                  <a:gd name="connsiteY3" fmla="*/ 66 h 1153925"/>
                  <a:gd name="connsiteX4" fmla="*/ 2883231 w 2883231"/>
                  <a:gd name="connsiteY4" fmla="*/ 1023350 h 1153925"/>
                  <a:gd name="connsiteX0" fmla="*/ 2869222 w 2883231"/>
                  <a:gd name="connsiteY0" fmla="*/ 1153899 h 1153925"/>
                  <a:gd name="connsiteX1" fmla="*/ 0 w 2883231"/>
                  <a:gd name="connsiteY1" fmla="*/ 1144463 h 1153925"/>
                  <a:gd name="connsiteX2" fmla="*/ 3968 w 2883231"/>
                  <a:gd name="connsiteY2" fmla="*/ 973013 h 1153925"/>
                  <a:gd name="connsiteX3" fmla="*/ 1356428 w 2883231"/>
                  <a:gd name="connsiteY3" fmla="*/ 66 h 1153925"/>
                  <a:gd name="connsiteX4" fmla="*/ 2883231 w 2883231"/>
                  <a:gd name="connsiteY4" fmla="*/ 1023350 h 1153925"/>
                  <a:gd name="connsiteX0" fmla="*/ 2869222 w 2883231"/>
                  <a:gd name="connsiteY0" fmla="*/ 1153899 h 1153916"/>
                  <a:gd name="connsiteX1" fmla="*/ 0 w 2883231"/>
                  <a:gd name="connsiteY1" fmla="*/ 1139701 h 1153916"/>
                  <a:gd name="connsiteX2" fmla="*/ 3968 w 2883231"/>
                  <a:gd name="connsiteY2" fmla="*/ 973013 h 1153916"/>
                  <a:gd name="connsiteX3" fmla="*/ 1356428 w 2883231"/>
                  <a:gd name="connsiteY3" fmla="*/ 66 h 1153916"/>
                  <a:gd name="connsiteX4" fmla="*/ 2883231 w 2883231"/>
                  <a:gd name="connsiteY4" fmla="*/ 1023350 h 1153916"/>
                  <a:gd name="connsiteX0" fmla="*/ 2865254 w 2879263"/>
                  <a:gd name="connsiteY0" fmla="*/ 1153899 h 1153916"/>
                  <a:gd name="connsiteX1" fmla="*/ 7938 w 2879263"/>
                  <a:gd name="connsiteY1" fmla="*/ 1139701 h 1153916"/>
                  <a:gd name="connsiteX2" fmla="*/ 0 w 2879263"/>
                  <a:gd name="connsiteY2" fmla="*/ 973013 h 1153916"/>
                  <a:gd name="connsiteX3" fmla="*/ 1352460 w 2879263"/>
                  <a:gd name="connsiteY3" fmla="*/ 66 h 1153916"/>
                  <a:gd name="connsiteX4" fmla="*/ 2879263 w 2879263"/>
                  <a:gd name="connsiteY4" fmla="*/ 1023350 h 1153916"/>
                  <a:gd name="connsiteX0" fmla="*/ 2866841 w 2880850"/>
                  <a:gd name="connsiteY0" fmla="*/ 1153899 h 1153913"/>
                  <a:gd name="connsiteX1" fmla="*/ 0 w 2880850"/>
                  <a:gd name="connsiteY1" fmla="*/ 1137319 h 1153913"/>
                  <a:gd name="connsiteX2" fmla="*/ 1587 w 2880850"/>
                  <a:gd name="connsiteY2" fmla="*/ 973013 h 1153913"/>
                  <a:gd name="connsiteX3" fmla="*/ 1354047 w 2880850"/>
                  <a:gd name="connsiteY3" fmla="*/ 66 h 1153913"/>
                  <a:gd name="connsiteX4" fmla="*/ 2880850 w 2880850"/>
                  <a:gd name="connsiteY4" fmla="*/ 1023350 h 1153913"/>
                  <a:gd name="connsiteX0" fmla="*/ 2866841 w 2880850"/>
                  <a:gd name="connsiteY0" fmla="*/ 1153899 h 1153913"/>
                  <a:gd name="connsiteX1" fmla="*/ 0 w 2880850"/>
                  <a:gd name="connsiteY1" fmla="*/ 1137319 h 1153913"/>
                  <a:gd name="connsiteX2" fmla="*/ 1587 w 2880850"/>
                  <a:gd name="connsiteY2" fmla="*/ 973013 h 1153913"/>
                  <a:gd name="connsiteX3" fmla="*/ 1354047 w 2880850"/>
                  <a:gd name="connsiteY3" fmla="*/ 66 h 1153913"/>
                  <a:gd name="connsiteX4" fmla="*/ 2880850 w 2880850"/>
                  <a:gd name="connsiteY4" fmla="*/ 1023350 h 1153913"/>
                  <a:gd name="connsiteX5" fmla="*/ 2866841 w 2880850"/>
                  <a:gd name="connsiteY5" fmla="*/ 1153899 h 1153913"/>
                  <a:gd name="connsiteX0" fmla="*/ 2866841 w 2880850"/>
                  <a:gd name="connsiteY0" fmla="*/ 1153899 h 1153913"/>
                  <a:gd name="connsiteX1" fmla="*/ 0 w 2880850"/>
                  <a:gd name="connsiteY1" fmla="*/ 1137319 h 1153913"/>
                  <a:gd name="connsiteX2" fmla="*/ 1587 w 2880850"/>
                  <a:gd name="connsiteY2" fmla="*/ 973013 h 1153913"/>
                  <a:gd name="connsiteX3" fmla="*/ 1354047 w 2880850"/>
                  <a:gd name="connsiteY3" fmla="*/ 66 h 1153913"/>
                  <a:gd name="connsiteX4" fmla="*/ 2880850 w 2880850"/>
                  <a:gd name="connsiteY4" fmla="*/ 1023350 h 1153913"/>
                  <a:gd name="connsiteX5" fmla="*/ 2866841 w 2880850"/>
                  <a:gd name="connsiteY5" fmla="*/ 1153899 h 1153913"/>
                  <a:gd name="connsiteX0" fmla="*/ 2885891 w 2885893"/>
                  <a:gd name="connsiteY0" fmla="*/ 1156280 h 1156292"/>
                  <a:gd name="connsiteX1" fmla="*/ 0 w 2885893"/>
                  <a:gd name="connsiteY1" fmla="*/ 1137319 h 1156292"/>
                  <a:gd name="connsiteX2" fmla="*/ 1587 w 2885893"/>
                  <a:gd name="connsiteY2" fmla="*/ 973013 h 1156292"/>
                  <a:gd name="connsiteX3" fmla="*/ 1354047 w 2885893"/>
                  <a:gd name="connsiteY3" fmla="*/ 66 h 1156292"/>
                  <a:gd name="connsiteX4" fmla="*/ 2880850 w 2885893"/>
                  <a:gd name="connsiteY4" fmla="*/ 1023350 h 1156292"/>
                  <a:gd name="connsiteX5" fmla="*/ 2885891 w 2885893"/>
                  <a:gd name="connsiteY5" fmla="*/ 1156280 h 1156292"/>
                  <a:gd name="connsiteX0" fmla="*/ 2876366 w 2880850"/>
                  <a:gd name="connsiteY0" fmla="*/ 1156280 h 1156292"/>
                  <a:gd name="connsiteX1" fmla="*/ 0 w 2880850"/>
                  <a:gd name="connsiteY1" fmla="*/ 1137319 h 1156292"/>
                  <a:gd name="connsiteX2" fmla="*/ 1587 w 2880850"/>
                  <a:gd name="connsiteY2" fmla="*/ 973013 h 1156292"/>
                  <a:gd name="connsiteX3" fmla="*/ 1354047 w 2880850"/>
                  <a:gd name="connsiteY3" fmla="*/ 66 h 1156292"/>
                  <a:gd name="connsiteX4" fmla="*/ 2880850 w 2880850"/>
                  <a:gd name="connsiteY4" fmla="*/ 1023350 h 1156292"/>
                  <a:gd name="connsiteX5" fmla="*/ 2876366 w 2880850"/>
                  <a:gd name="connsiteY5" fmla="*/ 1156280 h 1156292"/>
                  <a:gd name="connsiteX0" fmla="*/ 2885891 w 2885893"/>
                  <a:gd name="connsiteY0" fmla="*/ 1156280 h 1156292"/>
                  <a:gd name="connsiteX1" fmla="*/ 0 w 2885893"/>
                  <a:gd name="connsiteY1" fmla="*/ 1137319 h 1156292"/>
                  <a:gd name="connsiteX2" fmla="*/ 1587 w 2885893"/>
                  <a:gd name="connsiteY2" fmla="*/ 973013 h 1156292"/>
                  <a:gd name="connsiteX3" fmla="*/ 1354047 w 2885893"/>
                  <a:gd name="connsiteY3" fmla="*/ 66 h 1156292"/>
                  <a:gd name="connsiteX4" fmla="*/ 2880850 w 2885893"/>
                  <a:gd name="connsiteY4" fmla="*/ 1023350 h 1156292"/>
                  <a:gd name="connsiteX5" fmla="*/ 2885891 w 2885893"/>
                  <a:gd name="connsiteY5" fmla="*/ 1156280 h 1156292"/>
                  <a:gd name="connsiteX0" fmla="*/ 2881128 w 2881130"/>
                  <a:gd name="connsiteY0" fmla="*/ 1156280 h 1156292"/>
                  <a:gd name="connsiteX1" fmla="*/ 0 w 2881130"/>
                  <a:gd name="connsiteY1" fmla="*/ 1137319 h 1156292"/>
                  <a:gd name="connsiteX2" fmla="*/ 1587 w 2881130"/>
                  <a:gd name="connsiteY2" fmla="*/ 973013 h 1156292"/>
                  <a:gd name="connsiteX3" fmla="*/ 1354047 w 2881130"/>
                  <a:gd name="connsiteY3" fmla="*/ 66 h 1156292"/>
                  <a:gd name="connsiteX4" fmla="*/ 2880850 w 2881130"/>
                  <a:gd name="connsiteY4" fmla="*/ 1023350 h 1156292"/>
                  <a:gd name="connsiteX5" fmla="*/ 2881128 w 2881130"/>
                  <a:gd name="connsiteY5" fmla="*/ 1156280 h 1156292"/>
                  <a:gd name="connsiteX0" fmla="*/ 2884304 w 2884306"/>
                  <a:gd name="connsiteY0" fmla="*/ 1156224 h 1156236"/>
                  <a:gd name="connsiteX1" fmla="*/ 3176 w 2884306"/>
                  <a:gd name="connsiteY1" fmla="*/ 1137263 h 1156236"/>
                  <a:gd name="connsiteX2" fmla="*/ 0 w 2884306"/>
                  <a:gd name="connsiteY2" fmla="*/ 1003914 h 1156236"/>
                  <a:gd name="connsiteX3" fmla="*/ 1357223 w 2884306"/>
                  <a:gd name="connsiteY3" fmla="*/ 10 h 1156236"/>
                  <a:gd name="connsiteX4" fmla="*/ 2884026 w 2884306"/>
                  <a:gd name="connsiteY4" fmla="*/ 1023294 h 1156236"/>
                  <a:gd name="connsiteX5" fmla="*/ 2884304 w 2884306"/>
                  <a:gd name="connsiteY5" fmla="*/ 1156224 h 1156236"/>
                  <a:gd name="connsiteX0" fmla="*/ 2884304 w 2884306"/>
                  <a:gd name="connsiteY0" fmla="*/ 1156222 h 1156234"/>
                  <a:gd name="connsiteX1" fmla="*/ 3176 w 2884306"/>
                  <a:gd name="connsiteY1" fmla="*/ 1137261 h 1156234"/>
                  <a:gd name="connsiteX2" fmla="*/ 0 w 2884306"/>
                  <a:gd name="connsiteY2" fmla="*/ 1003912 h 1156234"/>
                  <a:gd name="connsiteX3" fmla="*/ 1357223 w 2884306"/>
                  <a:gd name="connsiteY3" fmla="*/ 8 h 1156234"/>
                  <a:gd name="connsiteX4" fmla="*/ 2884026 w 2884306"/>
                  <a:gd name="connsiteY4" fmla="*/ 1023292 h 1156234"/>
                  <a:gd name="connsiteX5" fmla="*/ 2884304 w 2884306"/>
                  <a:gd name="connsiteY5" fmla="*/ 1156222 h 1156234"/>
                  <a:gd name="connsiteX0" fmla="*/ 2884304 w 2884306"/>
                  <a:gd name="connsiteY0" fmla="*/ 1156222 h 1156234"/>
                  <a:gd name="connsiteX1" fmla="*/ 3176 w 2884306"/>
                  <a:gd name="connsiteY1" fmla="*/ 1137261 h 1156234"/>
                  <a:gd name="connsiteX2" fmla="*/ 0 w 2884306"/>
                  <a:gd name="connsiteY2" fmla="*/ 1003912 h 1156234"/>
                  <a:gd name="connsiteX3" fmla="*/ 1357223 w 2884306"/>
                  <a:gd name="connsiteY3" fmla="*/ 8 h 1156234"/>
                  <a:gd name="connsiteX4" fmla="*/ 2884026 w 2884306"/>
                  <a:gd name="connsiteY4" fmla="*/ 1023292 h 1156234"/>
                  <a:gd name="connsiteX5" fmla="*/ 2884304 w 2884306"/>
                  <a:gd name="connsiteY5" fmla="*/ 1156222 h 1156234"/>
                  <a:gd name="connsiteX0" fmla="*/ 3020504 w 3020506"/>
                  <a:gd name="connsiteY0" fmla="*/ 1156222 h 1156234"/>
                  <a:gd name="connsiteX1" fmla="*/ 139376 w 3020506"/>
                  <a:gd name="connsiteY1" fmla="*/ 1137261 h 1156234"/>
                  <a:gd name="connsiteX2" fmla="*/ 0 w 3020506"/>
                  <a:gd name="connsiteY2" fmla="*/ 1039754 h 1156234"/>
                  <a:gd name="connsiteX3" fmla="*/ 1493423 w 3020506"/>
                  <a:gd name="connsiteY3" fmla="*/ 8 h 1156234"/>
                  <a:gd name="connsiteX4" fmla="*/ 3020226 w 3020506"/>
                  <a:gd name="connsiteY4" fmla="*/ 1023292 h 1156234"/>
                  <a:gd name="connsiteX5" fmla="*/ 3020504 w 3020506"/>
                  <a:gd name="connsiteY5" fmla="*/ 1156222 h 1156234"/>
                  <a:gd name="connsiteX0" fmla="*/ 3020504 w 3020506"/>
                  <a:gd name="connsiteY0" fmla="*/ 1156222 h 1156234"/>
                  <a:gd name="connsiteX1" fmla="*/ 139376 w 3020506"/>
                  <a:gd name="connsiteY1" fmla="*/ 1137261 h 1156234"/>
                  <a:gd name="connsiteX2" fmla="*/ 0 w 3020506"/>
                  <a:gd name="connsiteY2" fmla="*/ 1039754 h 1156234"/>
                  <a:gd name="connsiteX3" fmla="*/ 1479086 w 3020506"/>
                  <a:gd name="connsiteY3" fmla="*/ 8 h 1156234"/>
                  <a:gd name="connsiteX4" fmla="*/ 3020226 w 3020506"/>
                  <a:gd name="connsiteY4" fmla="*/ 1023292 h 1156234"/>
                  <a:gd name="connsiteX5" fmla="*/ 3020504 w 3020506"/>
                  <a:gd name="connsiteY5" fmla="*/ 1156222 h 1156234"/>
                  <a:gd name="connsiteX0" fmla="*/ 3020504 w 3020506"/>
                  <a:gd name="connsiteY0" fmla="*/ 1156222 h 1156285"/>
                  <a:gd name="connsiteX1" fmla="*/ 3176 w 3020506"/>
                  <a:gd name="connsiteY1" fmla="*/ 1151598 h 1156285"/>
                  <a:gd name="connsiteX2" fmla="*/ 0 w 3020506"/>
                  <a:gd name="connsiteY2" fmla="*/ 1039754 h 1156285"/>
                  <a:gd name="connsiteX3" fmla="*/ 1479086 w 3020506"/>
                  <a:gd name="connsiteY3" fmla="*/ 8 h 1156285"/>
                  <a:gd name="connsiteX4" fmla="*/ 3020226 w 3020506"/>
                  <a:gd name="connsiteY4" fmla="*/ 1023292 h 1156285"/>
                  <a:gd name="connsiteX5" fmla="*/ 3020504 w 3020506"/>
                  <a:gd name="connsiteY5" fmla="*/ 1156222 h 1156285"/>
                  <a:gd name="connsiteX0" fmla="*/ 3020504 w 3020506"/>
                  <a:gd name="connsiteY0" fmla="*/ 1156222 h 1156285"/>
                  <a:gd name="connsiteX1" fmla="*/ 3176 w 3020506"/>
                  <a:gd name="connsiteY1" fmla="*/ 1151598 h 1156285"/>
                  <a:gd name="connsiteX2" fmla="*/ 0 w 3020506"/>
                  <a:gd name="connsiteY2" fmla="*/ 1039754 h 1156285"/>
                  <a:gd name="connsiteX3" fmla="*/ 1479086 w 3020506"/>
                  <a:gd name="connsiteY3" fmla="*/ 8 h 1156285"/>
                  <a:gd name="connsiteX4" fmla="*/ 3020226 w 3020506"/>
                  <a:gd name="connsiteY4" fmla="*/ 1023292 h 1156285"/>
                  <a:gd name="connsiteX5" fmla="*/ 3020504 w 3020506"/>
                  <a:gd name="connsiteY5" fmla="*/ 1156222 h 1156285"/>
                  <a:gd name="connsiteX0" fmla="*/ 3020504 w 3020506"/>
                  <a:gd name="connsiteY0" fmla="*/ 1156222 h 1156285"/>
                  <a:gd name="connsiteX1" fmla="*/ 3176 w 3020506"/>
                  <a:gd name="connsiteY1" fmla="*/ 1151598 h 1156285"/>
                  <a:gd name="connsiteX2" fmla="*/ 0 w 3020506"/>
                  <a:gd name="connsiteY2" fmla="*/ 1039754 h 1156285"/>
                  <a:gd name="connsiteX3" fmla="*/ 1479086 w 3020506"/>
                  <a:gd name="connsiteY3" fmla="*/ 8 h 1156285"/>
                  <a:gd name="connsiteX4" fmla="*/ 3015447 w 3020506"/>
                  <a:gd name="connsiteY4" fmla="*/ 1056744 h 1156285"/>
                  <a:gd name="connsiteX5" fmla="*/ 3020504 w 3020506"/>
                  <a:gd name="connsiteY5" fmla="*/ 1156222 h 1156285"/>
                  <a:gd name="connsiteX0" fmla="*/ 3020504 w 3020506"/>
                  <a:gd name="connsiteY0" fmla="*/ 1156222 h 1156285"/>
                  <a:gd name="connsiteX1" fmla="*/ 3176 w 3020506"/>
                  <a:gd name="connsiteY1" fmla="*/ 1151598 h 1156285"/>
                  <a:gd name="connsiteX2" fmla="*/ 0 w 3020506"/>
                  <a:gd name="connsiteY2" fmla="*/ 1039754 h 1156285"/>
                  <a:gd name="connsiteX3" fmla="*/ 1479086 w 3020506"/>
                  <a:gd name="connsiteY3" fmla="*/ 8 h 1156285"/>
                  <a:gd name="connsiteX4" fmla="*/ 3015447 w 3020506"/>
                  <a:gd name="connsiteY4" fmla="*/ 1056744 h 1156285"/>
                  <a:gd name="connsiteX5" fmla="*/ 3020504 w 3020506"/>
                  <a:gd name="connsiteY5" fmla="*/ 1156222 h 1156285"/>
                  <a:gd name="connsiteX0" fmla="*/ 3026886 w 3026888"/>
                  <a:gd name="connsiteY0" fmla="*/ 1156222 h 1156285"/>
                  <a:gd name="connsiteX1" fmla="*/ 0 w 3026888"/>
                  <a:gd name="connsiteY1" fmla="*/ 1151598 h 1156285"/>
                  <a:gd name="connsiteX2" fmla="*/ 6382 w 3026888"/>
                  <a:gd name="connsiteY2" fmla="*/ 1039754 h 1156285"/>
                  <a:gd name="connsiteX3" fmla="*/ 1485468 w 3026888"/>
                  <a:gd name="connsiteY3" fmla="*/ 8 h 1156285"/>
                  <a:gd name="connsiteX4" fmla="*/ 3021829 w 3026888"/>
                  <a:gd name="connsiteY4" fmla="*/ 1056744 h 1156285"/>
                  <a:gd name="connsiteX5" fmla="*/ 3026886 w 3026888"/>
                  <a:gd name="connsiteY5" fmla="*/ 1156222 h 1156285"/>
                  <a:gd name="connsiteX0" fmla="*/ 3049178 w 3049180"/>
                  <a:gd name="connsiteY0" fmla="*/ 1156222 h 1156285"/>
                  <a:gd name="connsiteX1" fmla="*/ 22292 w 3049180"/>
                  <a:gd name="connsiteY1" fmla="*/ 1151598 h 1156285"/>
                  <a:gd name="connsiteX2" fmla="*/ 0 w 3049180"/>
                  <a:gd name="connsiteY2" fmla="*/ 1049312 h 1156285"/>
                  <a:gd name="connsiteX3" fmla="*/ 1507760 w 3049180"/>
                  <a:gd name="connsiteY3" fmla="*/ 8 h 1156285"/>
                  <a:gd name="connsiteX4" fmla="*/ 3044121 w 3049180"/>
                  <a:gd name="connsiteY4" fmla="*/ 1056744 h 1156285"/>
                  <a:gd name="connsiteX5" fmla="*/ 3049178 w 3049180"/>
                  <a:gd name="connsiteY5" fmla="*/ 1156222 h 1156285"/>
                  <a:gd name="connsiteX0" fmla="*/ 3050781 w 3050783"/>
                  <a:gd name="connsiteY0" fmla="*/ 1156222 h 1156285"/>
                  <a:gd name="connsiteX1" fmla="*/ 0 w 3050783"/>
                  <a:gd name="connsiteY1" fmla="*/ 1151598 h 1156285"/>
                  <a:gd name="connsiteX2" fmla="*/ 1603 w 3050783"/>
                  <a:gd name="connsiteY2" fmla="*/ 1049312 h 1156285"/>
                  <a:gd name="connsiteX3" fmla="*/ 1509363 w 3050783"/>
                  <a:gd name="connsiteY3" fmla="*/ 8 h 1156285"/>
                  <a:gd name="connsiteX4" fmla="*/ 3045724 w 3050783"/>
                  <a:gd name="connsiteY4" fmla="*/ 1056744 h 1156285"/>
                  <a:gd name="connsiteX5" fmla="*/ 3050781 w 3050783"/>
                  <a:gd name="connsiteY5" fmla="*/ 1156222 h 1156285"/>
                  <a:gd name="connsiteX0" fmla="*/ 3050781 w 3050783"/>
                  <a:gd name="connsiteY0" fmla="*/ 1156222 h 1156285"/>
                  <a:gd name="connsiteX1" fmla="*/ 0 w 3050783"/>
                  <a:gd name="connsiteY1" fmla="*/ 1151598 h 1156285"/>
                  <a:gd name="connsiteX2" fmla="*/ 1603 w 3050783"/>
                  <a:gd name="connsiteY2" fmla="*/ 1049312 h 1156285"/>
                  <a:gd name="connsiteX3" fmla="*/ 1509363 w 3050783"/>
                  <a:gd name="connsiteY3" fmla="*/ 8 h 1156285"/>
                  <a:gd name="connsiteX4" fmla="*/ 2981208 w 3050783"/>
                  <a:gd name="connsiteY4" fmla="*/ 1042407 h 1156285"/>
                  <a:gd name="connsiteX5" fmla="*/ 3050781 w 3050783"/>
                  <a:gd name="connsiteY5" fmla="*/ 1156222 h 1156285"/>
                  <a:gd name="connsiteX0" fmla="*/ 2993433 w 2993435"/>
                  <a:gd name="connsiteY0" fmla="*/ 1170559 h 1170571"/>
                  <a:gd name="connsiteX1" fmla="*/ 0 w 2993435"/>
                  <a:gd name="connsiteY1" fmla="*/ 1151598 h 1170571"/>
                  <a:gd name="connsiteX2" fmla="*/ 1603 w 2993435"/>
                  <a:gd name="connsiteY2" fmla="*/ 1049312 h 1170571"/>
                  <a:gd name="connsiteX3" fmla="*/ 1509363 w 2993435"/>
                  <a:gd name="connsiteY3" fmla="*/ 8 h 1170571"/>
                  <a:gd name="connsiteX4" fmla="*/ 2981208 w 2993435"/>
                  <a:gd name="connsiteY4" fmla="*/ 1042407 h 1170571"/>
                  <a:gd name="connsiteX5" fmla="*/ 2993433 w 2993435"/>
                  <a:gd name="connsiteY5" fmla="*/ 1170559 h 1170571"/>
                  <a:gd name="connsiteX0" fmla="*/ 2989848 w 2989850"/>
                  <a:gd name="connsiteY0" fmla="*/ 1163391 h 1163411"/>
                  <a:gd name="connsiteX1" fmla="*/ 0 w 2989850"/>
                  <a:gd name="connsiteY1" fmla="*/ 1151598 h 1163411"/>
                  <a:gd name="connsiteX2" fmla="*/ 1603 w 2989850"/>
                  <a:gd name="connsiteY2" fmla="*/ 1049312 h 1163411"/>
                  <a:gd name="connsiteX3" fmla="*/ 1509363 w 2989850"/>
                  <a:gd name="connsiteY3" fmla="*/ 8 h 1163411"/>
                  <a:gd name="connsiteX4" fmla="*/ 2981208 w 2989850"/>
                  <a:gd name="connsiteY4" fmla="*/ 1042407 h 1163411"/>
                  <a:gd name="connsiteX5" fmla="*/ 2989848 w 2989850"/>
                  <a:gd name="connsiteY5" fmla="*/ 1163391 h 1163411"/>
                  <a:gd name="connsiteX0" fmla="*/ 2989848 w 2989850"/>
                  <a:gd name="connsiteY0" fmla="*/ 1163391 h 1163411"/>
                  <a:gd name="connsiteX1" fmla="*/ 0 w 2989850"/>
                  <a:gd name="connsiteY1" fmla="*/ 1151598 h 1163411"/>
                  <a:gd name="connsiteX2" fmla="*/ 1603 w 2989850"/>
                  <a:gd name="connsiteY2" fmla="*/ 1049312 h 1163411"/>
                  <a:gd name="connsiteX3" fmla="*/ 1509363 w 2989850"/>
                  <a:gd name="connsiteY3" fmla="*/ 8 h 1163411"/>
                  <a:gd name="connsiteX4" fmla="*/ 2981208 w 2989850"/>
                  <a:gd name="connsiteY4" fmla="*/ 1042407 h 1163411"/>
                  <a:gd name="connsiteX5" fmla="*/ 2989848 w 2989850"/>
                  <a:gd name="connsiteY5" fmla="*/ 1163391 h 1163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89850" h="1163411">
                    <a:moveTo>
                      <a:pt x="2989848" y="1163391"/>
                    </a:moveTo>
                    <a:cubicBezTo>
                      <a:pt x="2992789" y="1163935"/>
                      <a:pt x="332551" y="1153700"/>
                      <a:pt x="0" y="1151598"/>
                    </a:cubicBezTo>
                    <a:cubicBezTo>
                      <a:pt x="824" y="1125684"/>
                      <a:pt x="2148" y="1126010"/>
                      <a:pt x="1603" y="1049312"/>
                    </a:cubicBezTo>
                    <a:cubicBezTo>
                      <a:pt x="496457" y="1053553"/>
                      <a:pt x="1028692" y="-3222"/>
                      <a:pt x="1509363" y="8"/>
                    </a:cubicBezTo>
                    <a:cubicBezTo>
                      <a:pt x="1990034" y="3238"/>
                      <a:pt x="2420480" y="972020"/>
                      <a:pt x="2981208" y="1042407"/>
                    </a:cubicBezTo>
                    <a:cubicBezTo>
                      <a:pt x="2981301" y="1086717"/>
                      <a:pt x="2989755" y="1119081"/>
                      <a:pt x="2989848" y="1163391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verage Sans" panose="02000503040000020003" pitchFamily="2" charset="0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4456DA3A-C26B-15C7-F9C3-47BB5BAEEA30}"/>
                  </a:ext>
                </a:extLst>
              </p:cNvPr>
              <p:cNvSpPr/>
              <p:nvPr/>
            </p:nvSpPr>
            <p:spPr>
              <a:xfrm>
                <a:off x="1929374" y="2636083"/>
                <a:ext cx="221146" cy="198310"/>
              </a:xfrm>
              <a:custGeom>
                <a:avLst/>
                <a:gdLst>
                  <a:gd name="connsiteX0" fmla="*/ 221146 w 221146"/>
                  <a:gd name="connsiteY0" fmla="*/ 0 h 198310"/>
                  <a:gd name="connsiteX1" fmla="*/ 221146 w 221146"/>
                  <a:gd name="connsiteY1" fmla="*/ 198310 h 198310"/>
                  <a:gd name="connsiteX2" fmla="*/ 122108 w 221146"/>
                  <a:gd name="connsiteY2" fmla="*/ 198005 h 198310"/>
                  <a:gd name="connsiteX3" fmla="*/ 4220 w 221146"/>
                  <a:gd name="connsiteY3" fmla="*/ 197468 h 198310"/>
                  <a:gd name="connsiteX4" fmla="*/ 0 w 221146"/>
                  <a:gd name="connsiteY4" fmla="*/ 48856 h 198310"/>
                  <a:gd name="connsiteX5" fmla="*/ 123413 w 221146"/>
                  <a:gd name="connsiteY5" fmla="*/ 34222 h 19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146" h="198310">
                    <a:moveTo>
                      <a:pt x="221146" y="0"/>
                    </a:moveTo>
                    <a:lnTo>
                      <a:pt x="221146" y="198310"/>
                    </a:lnTo>
                    <a:lnTo>
                      <a:pt x="122108" y="198005"/>
                    </a:lnTo>
                    <a:cubicBezTo>
                      <a:pt x="71679" y="197822"/>
                      <a:pt x="31837" y="197643"/>
                      <a:pt x="4220" y="197468"/>
                    </a:cubicBezTo>
                    <a:cubicBezTo>
                      <a:pt x="5315" y="163035"/>
                      <a:pt x="724" y="150768"/>
                      <a:pt x="0" y="48856"/>
                    </a:cubicBezTo>
                    <a:cubicBezTo>
                      <a:pt x="41096" y="49208"/>
                      <a:pt x="82237" y="44103"/>
                      <a:pt x="123413" y="34222"/>
                    </a:cubicBezTo>
                    <a:close/>
                  </a:path>
                </a:pathLst>
              </a:custGeom>
              <a:solidFill>
                <a:srgbClr val="8497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>
                  <a:latin typeface="Average Sans" panose="02000503040000020003" pitchFamily="2" charset="0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558129D-A86E-68E5-A446-1878B03736CF}"/>
                  </a:ext>
                </a:extLst>
              </p:cNvPr>
              <p:cNvSpPr/>
              <p:nvPr/>
            </p:nvSpPr>
            <p:spPr>
              <a:xfrm>
                <a:off x="5721705" y="2624411"/>
                <a:ext cx="221146" cy="220130"/>
              </a:xfrm>
              <a:custGeom>
                <a:avLst/>
                <a:gdLst>
                  <a:gd name="connsiteX0" fmla="*/ 0 w 221146"/>
                  <a:gd name="connsiteY0" fmla="*/ 0 h 220130"/>
                  <a:gd name="connsiteX1" fmla="*/ 68669 w 221146"/>
                  <a:gd name="connsiteY1" fmla="*/ 22199 h 220130"/>
                  <a:gd name="connsiteX2" fmla="*/ 220774 w 221146"/>
                  <a:gd name="connsiteY2" fmla="*/ 43417 h 220130"/>
                  <a:gd name="connsiteX3" fmla="*/ 221143 w 221146"/>
                  <a:gd name="connsiteY3" fmla="*/ 220046 h 220130"/>
                  <a:gd name="connsiteX4" fmla="*/ 68116 w 221146"/>
                  <a:gd name="connsiteY4" fmla="*/ 220104 h 220130"/>
                  <a:gd name="connsiteX5" fmla="*/ 0 w 221146"/>
                  <a:gd name="connsiteY5" fmla="*/ 220059 h 220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146" h="220130">
                    <a:moveTo>
                      <a:pt x="0" y="0"/>
                    </a:moveTo>
                    <a:lnTo>
                      <a:pt x="68669" y="22199"/>
                    </a:lnTo>
                    <a:cubicBezTo>
                      <a:pt x="118470" y="33859"/>
                      <a:pt x="169148" y="41143"/>
                      <a:pt x="220774" y="43417"/>
                    </a:cubicBezTo>
                    <a:cubicBezTo>
                      <a:pt x="220898" y="102293"/>
                      <a:pt x="221020" y="161170"/>
                      <a:pt x="221143" y="220046"/>
                    </a:cubicBezTo>
                    <a:cubicBezTo>
                      <a:pt x="221632" y="220137"/>
                      <a:pt x="166258" y="220152"/>
                      <a:pt x="68116" y="220104"/>
                    </a:cubicBezTo>
                    <a:lnTo>
                      <a:pt x="0" y="220059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>
                  <a:latin typeface="Average Sans" panose="02000503040000020003" pitchFamily="2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8A91B34-64B6-A0A3-812B-FAE4B4F36B23}"/>
                  </a:ext>
                </a:extLst>
              </p:cNvPr>
              <p:cNvSpPr/>
              <p:nvPr/>
            </p:nvSpPr>
            <p:spPr>
              <a:xfrm>
                <a:off x="1919849" y="1286825"/>
                <a:ext cx="4056800" cy="1395256"/>
              </a:xfrm>
              <a:custGeom>
                <a:avLst/>
                <a:gdLst>
                  <a:gd name="connsiteX0" fmla="*/ 0 w 2832847"/>
                  <a:gd name="connsiteY0" fmla="*/ 609602 h 609602"/>
                  <a:gd name="connsiteX1" fmla="*/ 1246094 w 2832847"/>
                  <a:gd name="connsiteY1" fmla="*/ 2 h 609602"/>
                  <a:gd name="connsiteX2" fmla="*/ 2832847 w 2832847"/>
                  <a:gd name="connsiteY2" fmla="*/ 600637 h 609602"/>
                  <a:gd name="connsiteX3" fmla="*/ 2832847 w 2832847"/>
                  <a:gd name="connsiteY3" fmla="*/ 600637 h 609602"/>
                  <a:gd name="connsiteX0" fmla="*/ 0 w 2832847"/>
                  <a:gd name="connsiteY0" fmla="*/ 609602 h 609602"/>
                  <a:gd name="connsiteX1" fmla="*/ 1246094 w 2832847"/>
                  <a:gd name="connsiteY1" fmla="*/ 2 h 609602"/>
                  <a:gd name="connsiteX2" fmla="*/ 2832847 w 2832847"/>
                  <a:gd name="connsiteY2" fmla="*/ 600637 h 609602"/>
                  <a:gd name="connsiteX3" fmla="*/ 2832847 w 2832847"/>
                  <a:gd name="connsiteY3" fmla="*/ 600637 h 609602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3" fmla="*/ 2832847 w 2832847"/>
                  <a:gd name="connsiteY3" fmla="*/ 986119 h 995084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3" fmla="*/ 1594597 w 2832847"/>
                  <a:gd name="connsiteY3" fmla="*/ 933731 h 995084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3" fmla="*/ 1594597 w 2832847"/>
                  <a:gd name="connsiteY3" fmla="*/ 933731 h 995084"/>
                  <a:gd name="connsiteX0" fmla="*/ 0 w 2832847"/>
                  <a:gd name="connsiteY0" fmla="*/ 995084 h 995084"/>
                  <a:gd name="connsiteX1" fmla="*/ 1344706 w 2832847"/>
                  <a:gd name="connsiteY1" fmla="*/ 1 h 995084"/>
                  <a:gd name="connsiteX2" fmla="*/ 2832847 w 2832847"/>
                  <a:gd name="connsiteY2" fmla="*/ 986119 h 995084"/>
                  <a:gd name="connsiteX0" fmla="*/ 0 w 2280397"/>
                  <a:gd name="connsiteY0" fmla="*/ 995378 h 995378"/>
                  <a:gd name="connsiteX1" fmla="*/ 1344706 w 2280397"/>
                  <a:gd name="connsiteY1" fmla="*/ 295 h 995378"/>
                  <a:gd name="connsiteX2" fmla="*/ 2280397 w 2280397"/>
                  <a:gd name="connsiteY2" fmla="*/ 881638 h 995378"/>
                  <a:gd name="connsiteX0" fmla="*/ 0 w 2018459"/>
                  <a:gd name="connsiteY0" fmla="*/ 1045611 h 1045611"/>
                  <a:gd name="connsiteX1" fmla="*/ 1344706 w 2018459"/>
                  <a:gd name="connsiteY1" fmla="*/ 50528 h 1045611"/>
                  <a:gd name="connsiteX2" fmla="*/ 2018459 w 2018459"/>
                  <a:gd name="connsiteY2" fmla="*/ 136534 h 1045611"/>
                  <a:gd name="connsiteX0" fmla="*/ 0 w 2018459"/>
                  <a:gd name="connsiteY0" fmla="*/ 1032402 h 1032402"/>
                  <a:gd name="connsiteX1" fmla="*/ 1344706 w 2018459"/>
                  <a:gd name="connsiteY1" fmla="*/ 37319 h 1032402"/>
                  <a:gd name="connsiteX2" fmla="*/ 2018459 w 2018459"/>
                  <a:gd name="connsiteY2" fmla="*/ 194762 h 1032402"/>
                  <a:gd name="connsiteX0" fmla="*/ 0 w 2304209"/>
                  <a:gd name="connsiteY0" fmla="*/ 998789 h 998789"/>
                  <a:gd name="connsiteX1" fmla="*/ 1344706 w 2304209"/>
                  <a:gd name="connsiteY1" fmla="*/ 3706 h 998789"/>
                  <a:gd name="connsiteX2" fmla="*/ 2304209 w 2304209"/>
                  <a:gd name="connsiteY2" fmla="*/ 637399 h 998789"/>
                  <a:gd name="connsiteX0" fmla="*/ 0 w 2380409"/>
                  <a:gd name="connsiteY0" fmla="*/ 995781 h 995781"/>
                  <a:gd name="connsiteX1" fmla="*/ 1344706 w 2380409"/>
                  <a:gd name="connsiteY1" fmla="*/ 698 h 995781"/>
                  <a:gd name="connsiteX2" fmla="*/ 2380409 w 2380409"/>
                  <a:gd name="connsiteY2" fmla="*/ 824891 h 995781"/>
                  <a:gd name="connsiteX0" fmla="*/ 0 w 2380409"/>
                  <a:gd name="connsiteY0" fmla="*/ 995781 h 995781"/>
                  <a:gd name="connsiteX1" fmla="*/ 1344706 w 2380409"/>
                  <a:gd name="connsiteY1" fmla="*/ 698 h 995781"/>
                  <a:gd name="connsiteX2" fmla="*/ 2380409 w 2380409"/>
                  <a:gd name="connsiteY2" fmla="*/ 824891 h 995781"/>
                  <a:gd name="connsiteX0" fmla="*/ 0 w 1344706"/>
                  <a:gd name="connsiteY0" fmla="*/ 995083 h 995083"/>
                  <a:gd name="connsiteX1" fmla="*/ 1344706 w 1344706"/>
                  <a:gd name="connsiteY1" fmla="*/ 0 h 995083"/>
                  <a:gd name="connsiteX0" fmla="*/ 0 w 1446677"/>
                  <a:gd name="connsiteY0" fmla="*/ 1067623 h 1067623"/>
                  <a:gd name="connsiteX1" fmla="*/ 1344706 w 1446677"/>
                  <a:gd name="connsiteY1" fmla="*/ 72540 h 1067623"/>
                  <a:gd name="connsiteX2" fmla="*/ 1352831 w 1446677"/>
                  <a:gd name="connsiteY2" fmla="*/ 76649 h 1067623"/>
                  <a:gd name="connsiteX0" fmla="*/ 0 w 2262469"/>
                  <a:gd name="connsiteY0" fmla="*/ 998063 h 998063"/>
                  <a:gd name="connsiteX1" fmla="*/ 1344706 w 2262469"/>
                  <a:gd name="connsiteY1" fmla="*/ 2980 h 998063"/>
                  <a:gd name="connsiteX2" fmla="*/ 2262469 w 2262469"/>
                  <a:gd name="connsiteY2" fmla="*/ 669077 h 998063"/>
                  <a:gd name="connsiteX0" fmla="*/ 0 w 2972081"/>
                  <a:gd name="connsiteY0" fmla="*/ 995121 h 1037610"/>
                  <a:gd name="connsiteX1" fmla="*/ 1344706 w 2972081"/>
                  <a:gd name="connsiteY1" fmla="*/ 38 h 1037610"/>
                  <a:gd name="connsiteX2" fmla="*/ 2972081 w 2972081"/>
                  <a:gd name="connsiteY2" fmla="*/ 1037610 h 1037610"/>
                  <a:gd name="connsiteX0" fmla="*/ 0 w 2972081"/>
                  <a:gd name="connsiteY0" fmla="*/ 995121 h 1037610"/>
                  <a:gd name="connsiteX1" fmla="*/ 1344706 w 2972081"/>
                  <a:gd name="connsiteY1" fmla="*/ 38 h 1037610"/>
                  <a:gd name="connsiteX2" fmla="*/ 2972081 w 2972081"/>
                  <a:gd name="connsiteY2" fmla="*/ 1037610 h 1037610"/>
                  <a:gd name="connsiteX0" fmla="*/ 0 w 2972081"/>
                  <a:gd name="connsiteY0" fmla="*/ 995121 h 1037610"/>
                  <a:gd name="connsiteX1" fmla="*/ 1344706 w 2972081"/>
                  <a:gd name="connsiteY1" fmla="*/ 38 h 1037610"/>
                  <a:gd name="connsiteX2" fmla="*/ 2972081 w 2972081"/>
                  <a:gd name="connsiteY2" fmla="*/ 1037610 h 1037610"/>
                  <a:gd name="connsiteX0" fmla="*/ 0 w 2791106"/>
                  <a:gd name="connsiteY0" fmla="*/ 995438 h 995438"/>
                  <a:gd name="connsiteX1" fmla="*/ 1344706 w 2791106"/>
                  <a:gd name="connsiteY1" fmla="*/ 355 h 995438"/>
                  <a:gd name="connsiteX2" fmla="*/ 2791106 w 2791106"/>
                  <a:gd name="connsiteY2" fmla="*/ 871239 h 995438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8199"/>
                  <a:gd name="connsiteY0" fmla="*/ 995130 h 1042381"/>
                  <a:gd name="connsiteX1" fmla="*/ 1344706 w 2898199"/>
                  <a:gd name="connsiteY1" fmla="*/ 47 h 1042381"/>
                  <a:gd name="connsiteX2" fmla="*/ 2895881 w 2898199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895881"/>
                  <a:gd name="connsiteY0" fmla="*/ 995130 h 1042381"/>
                  <a:gd name="connsiteX1" fmla="*/ 1344706 w 2895881"/>
                  <a:gd name="connsiteY1" fmla="*/ 47 h 1042381"/>
                  <a:gd name="connsiteX2" fmla="*/ 2895881 w 2895881"/>
                  <a:gd name="connsiteY2" fmla="*/ 1042381 h 1042381"/>
                  <a:gd name="connsiteX0" fmla="*/ 0 w 2710144"/>
                  <a:gd name="connsiteY0" fmla="*/ 995130 h 1042381"/>
                  <a:gd name="connsiteX1" fmla="*/ 1344706 w 2710144"/>
                  <a:gd name="connsiteY1" fmla="*/ 47 h 1042381"/>
                  <a:gd name="connsiteX2" fmla="*/ 2710144 w 2710144"/>
                  <a:gd name="connsiteY2" fmla="*/ 1042381 h 1042381"/>
                  <a:gd name="connsiteX0" fmla="*/ 0 w 2871509"/>
                  <a:gd name="connsiteY0" fmla="*/ 995130 h 1042381"/>
                  <a:gd name="connsiteX1" fmla="*/ 1344706 w 2871509"/>
                  <a:gd name="connsiteY1" fmla="*/ 47 h 1042381"/>
                  <a:gd name="connsiteX2" fmla="*/ 2871509 w 2871509"/>
                  <a:gd name="connsiteY2" fmla="*/ 1042381 h 1042381"/>
                  <a:gd name="connsiteX0" fmla="*/ 0 w 2871509"/>
                  <a:gd name="connsiteY0" fmla="*/ 995130 h 1042381"/>
                  <a:gd name="connsiteX1" fmla="*/ 1344706 w 2871509"/>
                  <a:gd name="connsiteY1" fmla="*/ 47 h 1042381"/>
                  <a:gd name="connsiteX2" fmla="*/ 2871509 w 2871509"/>
                  <a:gd name="connsiteY2" fmla="*/ 1042381 h 1042381"/>
                  <a:gd name="connsiteX0" fmla="*/ 0 w 2865159"/>
                  <a:gd name="connsiteY0" fmla="*/ 995085 h 1004236"/>
                  <a:gd name="connsiteX1" fmla="*/ 1344706 w 2865159"/>
                  <a:gd name="connsiteY1" fmla="*/ 2 h 1004236"/>
                  <a:gd name="connsiteX2" fmla="*/ 2865159 w 2865159"/>
                  <a:gd name="connsiteY2" fmla="*/ 1004236 h 1004236"/>
                  <a:gd name="connsiteX0" fmla="*/ 0 w 2871509"/>
                  <a:gd name="connsiteY0" fmla="*/ 995099 h 1023300"/>
                  <a:gd name="connsiteX1" fmla="*/ 1344706 w 2871509"/>
                  <a:gd name="connsiteY1" fmla="*/ 16 h 1023300"/>
                  <a:gd name="connsiteX2" fmla="*/ 2871509 w 2871509"/>
                  <a:gd name="connsiteY2" fmla="*/ 1023300 h 1023300"/>
                  <a:gd name="connsiteX0" fmla="*/ 0 w 2871509"/>
                  <a:gd name="connsiteY0" fmla="*/ 995099 h 1023300"/>
                  <a:gd name="connsiteX1" fmla="*/ 1344706 w 2871509"/>
                  <a:gd name="connsiteY1" fmla="*/ 16 h 1023300"/>
                  <a:gd name="connsiteX2" fmla="*/ 2871509 w 2871509"/>
                  <a:gd name="connsiteY2" fmla="*/ 1023300 h 1023300"/>
                  <a:gd name="connsiteX0" fmla="*/ 0 w 3000541"/>
                  <a:gd name="connsiteY0" fmla="*/ 1045278 h 1045278"/>
                  <a:gd name="connsiteX1" fmla="*/ 1473738 w 3000541"/>
                  <a:gd name="connsiteY1" fmla="*/ 16 h 1045278"/>
                  <a:gd name="connsiteX2" fmla="*/ 3000541 w 3000541"/>
                  <a:gd name="connsiteY2" fmla="*/ 1023300 h 1045278"/>
                  <a:gd name="connsiteX0" fmla="*/ 0 w 3005320"/>
                  <a:gd name="connsiteY0" fmla="*/ 1045278 h 1047195"/>
                  <a:gd name="connsiteX1" fmla="*/ 1473738 w 3005320"/>
                  <a:gd name="connsiteY1" fmla="*/ 16 h 1047195"/>
                  <a:gd name="connsiteX2" fmla="*/ 3005320 w 3005320"/>
                  <a:gd name="connsiteY2" fmla="*/ 1047195 h 1047195"/>
                  <a:gd name="connsiteX0" fmla="*/ 0 w 3053110"/>
                  <a:gd name="connsiteY0" fmla="*/ 1050057 h 1050057"/>
                  <a:gd name="connsiteX1" fmla="*/ 1521528 w 3053110"/>
                  <a:gd name="connsiteY1" fmla="*/ 16 h 1050057"/>
                  <a:gd name="connsiteX2" fmla="*/ 3053110 w 3053110"/>
                  <a:gd name="connsiteY2" fmla="*/ 1047195 h 1050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53110" h="1050057">
                    <a:moveTo>
                      <a:pt x="0" y="1050057"/>
                    </a:moveTo>
                    <a:cubicBezTo>
                      <a:pt x="512482" y="1050804"/>
                      <a:pt x="1042943" y="-4684"/>
                      <a:pt x="1521528" y="16"/>
                    </a:cubicBezTo>
                    <a:cubicBezTo>
                      <a:pt x="2000113" y="4716"/>
                      <a:pt x="2431450" y="1019818"/>
                      <a:pt x="3053110" y="1047195"/>
                    </a:cubicBezTo>
                  </a:path>
                </a:pathLst>
              </a:cu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>
                  <a:latin typeface="Average Sans" panose="02000503040000020003" pitchFamily="2" charset="0"/>
                </a:endParaRPr>
              </a:p>
            </p:txBody>
          </p:sp>
          <p:cxnSp>
            <p:nvCxnSpPr>
              <p:cNvPr id="11" name="Straight Connector 4">
                <a:extLst>
                  <a:ext uri="{FF2B5EF4-FFF2-40B4-BE49-F238E27FC236}">
                    <a16:creationId xmlns:a16="http://schemas.microsoft.com/office/drawing/2014/main" id="{FC35C803-9E00-5700-7C76-7023D3F0B5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7029" y="2821258"/>
                <a:ext cx="4286480" cy="12700"/>
              </a:xfrm>
              <a:prstGeom prst="curvedConnector3">
                <a:avLst>
                  <a:gd name="adj1" fmla="val 50000"/>
                </a:avLst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EDF6C1C-FF97-043A-E0E0-5B0FCAFC69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2215" y="1021828"/>
                <a:ext cx="0" cy="1776631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5B540CE-1FDF-C6EF-3E07-E6C2087797B1}"/>
                  </a:ext>
                </a:extLst>
              </p:cNvPr>
              <p:cNvCxnSpPr/>
              <p:nvPr/>
            </p:nvCxnSpPr>
            <p:spPr>
              <a:xfrm flipV="1">
                <a:off x="2142040" y="688500"/>
                <a:ext cx="0" cy="18415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CD2D21D-0ED3-603F-198C-F31A791D7A25}"/>
                  </a:ext>
                </a:extLst>
              </p:cNvPr>
              <p:cNvCxnSpPr/>
              <p:nvPr/>
            </p:nvCxnSpPr>
            <p:spPr>
              <a:xfrm flipV="1">
                <a:off x="5721705" y="688500"/>
                <a:ext cx="0" cy="18415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E3090E4F-BA7D-DED4-58A6-6A72C5BAC6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0520" y="882650"/>
                <a:ext cx="357118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33852AC-8FEA-CC4A-FC7B-50252986A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5413" y="1168400"/>
                <a:ext cx="1786292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Left Bracket 16">
                <a:extLst>
                  <a:ext uri="{FF2B5EF4-FFF2-40B4-BE49-F238E27FC236}">
                    <a16:creationId xmlns:a16="http://schemas.microsoft.com/office/drawing/2014/main" id="{23637455-8F0B-9063-E89B-8556DA62A36E}"/>
                  </a:ext>
                </a:extLst>
              </p:cNvPr>
              <p:cNvSpPr/>
              <p:nvPr/>
            </p:nvSpPr>
            <p:spPr>
              <a:xfrm rot="16200000">
                <a:off x="2000378" y="2973985"/>
                <a:ext cx="70658" cy="212666"/>
              </a:xfrm>
              <a:prstGeom prst="leftBracket">
                <a:avLst>
                  <a:gd name="adj" fmla="val 0"/>
                </a:avLst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8" name="Left Bracket 17">
                <a:extLst>
                  <a:ext uri="{FF2B5EF4-FFF2-40B4-BE49-F238E27FC236}">
                    <a16:creationId xmlns:a16="http://schemas.microsoft.com/office/drawing/2014/main" id="{138C22D6-635D-53DB-2D23-6463C76E8970}"/>
                  </a:ext>
                </a:extLst>
              </p:cNvPr>
              <p:cNvSpPr/>
              <p:nvPr/>
            </p:nvSpPr>
            <p:spPr>
              <a:xfrm rot="16200000">
                <a:off x="5792709" y="2973985"/>
                <a:ext cx="70658" cy="212666"/>
              </a:xfrm>
              <a:prstGeom prst="leftBracket">
                <a:avLst>
                  <a:gd name="adj" fmla="val 0"/>
                </a:avLst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5E1852F2-E354-89DE-DBC8-3B358214A98E}"/>
                  </a:ext>
                </a:extLst>
              </p:cNvPr>
              <p:cNvSpPr/>
              <p:nvPr/>
            </p:nvSpPr>
            <p:spPr>
              <a:xfrm rot="16200000">
                <a:off x="3857320" y="1294301"/>
                <a:ext cx="162542" cy="3805233"/>
              </a:xfrm>
              <a:prstGeom prst="leftBrace">
                <a:avLst>
                  <a:gd name="adj1" fmla="val 0"/>
                  <a:gd name="adj2" fmla="val 50151"/>
                </a:avLst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F81E4D0-D94B-DA41-3767-50990419DC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17947" y="1880246"/>
                <a:ext cx="241565" cy="905520"/>
              </a:xfrm>
              <a:prstGeom prst="line">
                <a:avLst/>
              </a:prstGeom>
              <a:ln w="63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19ADB3C-5EBD-14FC-E165-74BC7A168B73}"/>
                  </a:ext>
                </a:extLst>
              </p:cNvPr>
              <p:cNvSpPr/>
              <p:nvPr/>
            </p:nvSpPr>
            <p:spPr>
              <a:xfrm>
                <a:off x="5745094" y="2924942"/>
                <a:ext cx="793758" cy="549517"/>
              </a:xfrm>
              <a:custGeom>
                <a:avLst/>
                <a:gdLst>
                  <a:gd name="connsiteX0" fmla="*/ 128421 w 514783"/>
                  <a:gd name="connsiteY0" fmla="*/ 0 h 755650"/>
                  <a:gd name="connsiteX1" fmla="*/ 20471 w 514783"/>
                  <a:gd name="connsiteY1" fmla="*/ 450850 h 755650"/>
                  <a:gd name="connsiteX2" fmla="*/ 490371 w 514783"/>
                  <a:gd name="connsiteY2" fmla="*/ 546100 h 755650"/>
                  <a:gd name="connsiteX3" fmla="*/ 452271 w 514783"/>
                  <a:gd name="connsiteY3" fmla="*/ 755650 h 755650"/>
                  <a:gd name="connsiteX4" fmla="*/ 452271 w 514783"/>
                  <a:gd name="connsiteY4" fmla="*/ 755650 h 755650"/>
                  <a:gd name="connsiteX0" fmla="*/ 8291 w 577573"/>
                  <a:gd name="connsiteY0" fmla="*/ 0 h 755650"/>
                  <a:gd name="connsiteX1" fmla="*/ 567091 w 577573"/>
                  <a:gd name="connsiteY1" fmla="*/ 209550 h 755650"/>
                  <a:gd name="connsiteX2" fmla="*/ 370241 w 577573"/>
                  <a:gd name="connsiteY2" fmla="*/ 546100 h 755650"/>
                  <a:gd name="connsiteX3" fmla="*/ 332141 w 577573"/>
                  <a:gd name="connsiteY3" fmla="*/ 755650 h 755650"/>
                  <a:gd name="connsiteX4" fmla="*/ 332141 w 577573"/>
                  <a:gd name="connsiteY4" fmla="*/ 755650 h 755650"/>
                  <a:gd name="connsiteX0" fmla="*/ 7908 w 568253"/>
                  <a:gd name="connsiteY0" fmla="*/ 0 h 755650"/>
                  <a:gd name="connsiteX1" fmla="*/ 566708 w 568253"/>
                  <a:gd name="connsiteY1" fmla="*/ 209550 h 755650"/>
                  <a:gd name="connsiteX2" fmla="*/ 179358 w 568253"/>
                  <a:gd name="connsiteY2" fmla="*/ 577850 h 755650"/>
                  <a:gd name="connsiteX3" fmla="*/ 331758 w 568253"/>
                  <a:gd name="connsiteY3" fmla="*/ 755650 h 755650"/>
                  <a:gd name="connsiteX4" fmla="*/ 331758 w 568253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491563"/>
                  <a:gd name="connsiteY0" fmla="*/ 0 h 755650"/>
                  <a:gd name="connsiteX1" fmla="*/ 489756 w 491563"/>
                  <a:gd name="connsiteY1" fmla="*/ 95250 h 755650"/>
                  <a:gd name="connsiteX2" fmla="*/ 171450 w 491563"/>
                  <a:gd name="connsiteY2" fmla="*/ 577850 h 755650"/>
                  <a:gd name="connsiteX3" fmla="*/ 323850 w 491563"/>
                  <a:gd name="connsiteY3" fmla="*/ 755650 h 755650"/>
                  <a:gd name="connsiteX4" fmla="*/ 323850 w 491563"/>
                  <a:gd name="connsiteY4" fmla="*/ 755650 h 755650"/>
                  <a:gd name="connsiteX0" fmla="*/ 0 w 493464"/>
                  <a:gd name="connsiteY0" fmla="*/ 0 h 755650"/>
                  <a:gd name="connsiteX1" fmla="*/ 489756 w 493464"/>
                  <a:gd name="connsiteY1" fmla="*/ 95250 h 755650"/>
                  <a:gd name="connsiteX2" fmla="*/ 229872 w 493464"/>
                  <a:gd name="connsiteY2" fmla="*/ 517525 h 755650"/>
                  <a:gd name="connsiteX3" fmla="*/ 323850 w 493464"/>
                  <a:gd name="connsiteY3" fmla="*/ 755650 h 755650"/>
                  <a:gd name="connsiteX4" fmla="*/ 323850 w 493464"/>
                  <a:gd name="connsiteY4" fmla="*/ 755650 h 75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3464" h="755650">
                    <a:moveTo>
                      <a:pt x="0" y="0"/>
                    </a:moveTo>
                    <a:cubicBezTo>
                      <a:pt x="32706" y="195791"/>
                      <a:pt x="451444" y="8996"/>
                      <a:pt x="489756" y="95250"/>
                    </a:cubicBezTo>
                    <a:cubicBezTo>
                      <a:pt x="528068" y="181504"/>
                      <a:pt x="257523" y="407458"/>
                      <a:pt x="229872" y="517525"/>
                    </a:cubicBezTo>
                    <a:cubicBezTo>
                      <a:pt x="202221" y="627592"/>
                      <a:pt x="323850" y="755650"/>
                      <a:pt x="323850" y="755650"/>
                    </a:cubicBezTo>
                    <a:lnTo>
                      <a:pt x="323850" y="755650"/>
                    </a:lnTo>
                  </a:path>
                </a:pathLst>
              </a:custGeom>
              <a:noFill/>
              <a:ln w="6350">
                <a:headEnd type="oval" w="sm" len="sm"/>
                <a:tailEnd type="stealth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4DAEF43-1554-497B-DCD3-270F41816206}"/>
                </a:ext>
              </a:extLst>
            </p:cNvPr>
            <p:cNvSpPr txBox="1"/>
            <p:nvPr/>
          </p:nvSpPr>
          <p:spPr>
            <a:xfrm>
              <a:off x="4535530" y="3320570"/>
              <a:ext cx="7649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latin typeface="Average Sans" panose="02000503040000020003" pitchFamily="2" charset="0"/>
                </a:rPr>
                <a:t>Z-kritis</a:t>
              </a:r>
              <a:r>
                <a:rPr lang="id-ID" sz="1400">
                  <a:latin typeface="Average Sans" panose="02000503040000020003" pitchFamily="2" charset="0"/>
                </a:rPr>
                <a:t>?</a:t>
              </a:r>
              <a:endParaRPr lang="en-ID" sz="1400">
                <a:latin typeface="Average Sans" panose="02000503040000020003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80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C5141A-381C-F19C-DBA3-CF6F3BFD8275}"/>
              </a:ext>
            </a:extLst>
          </p:cNvPr>
          <p:cNvSpPr/>
          <p:nvPr/>
        </p:nvSpPr>
        <p:spPr>
          <a:xfrm rot="990845">
            <a:off x="5647057" y="2900341"/>
            <a:ext cx="408693" cy="641446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DD01EA-D19D-298D-F99D-4CDE54568FE2}"/>
              </a:ext>
            </a:extLst>
          </p:cNvPr>
          <p:cNvGrpSpPr/>
          <p:nvPr/>
        </p:nvGrpSpPr>
        <p:grpSpPr>
          <a:xfrm>
            <a:off x="2146553" y="974904"/>
            <a:ext cx="4106244" cy="1819275"/>
            <a:chOff x="1299617" y="1021828"/>
            <a:chExt cx="5309989" cy="181927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DFB2E1B-E6D1-ACB1-72FE-A553C85A488E}"/>
                </a:ext>
              </a:extLst>
            </p:cNvPr>
            <p:cNvSpPr/>
            <p:nvPr/>
          </p:nvSpPr>
          <p:spPr>
            <a:xfrm>
              <a:off x="1325759" y="2616598"/>
              <a:ext cx="573256" cy="21736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37743 h 198310"/>
                <a:gd name="connsiteX5" fmla="*/ 123413 w 221146"/>
                <a:gd name="connsiteY5" fmla="*/ 29459 h 198310"/>
                <a:gd name="connsiteX6" fmla="*/ 221146 w 221146"/>
                <a:gd name="connsiteY6" fmla="*/ 0 h 19831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5679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1146 w 221146"/>
                <a:gd name="connsiteY0" fmla="*/ 0 h 217360"/>
                <a:gd name="connsiteX1" fmla="*/ 221146 w 221146"/>
                <a:gd name="connsiteY1" fmla="*/ 217360 h 217360"/>
                <a:gd name="connsiteX2" fmla="*/ 122108 w 221146"/>
                <a:gd name="connsiteY2" fmla="*/ 217055 h 217360"/>
                <a:gd name="connsiteX3" fmla="*/ 4220 w 221146"/>
                <a:gd name="connsiteY3" fmla="*/ 216518 h 217360"/>
                <a:gd name="connsiteX4" fmla="*/ 0 w 221146"/>
                <a:gd name="connsiteY4" fmla="*/ 63143 h 217360"/>
                <a:gd name="connsiteX5" fmla="*/ 123413 w 221146"/>
                <a:gd name="connsiteY5" fmla="*/ 48509 h 217360"/>
                <a:gd name="connsiteX6" fmla="*/ 221146 w 221146"/>
                <a:gd name="connsiteY6" fmla="*/ 0 h 217360"/>
                <a:gd name="connsiteX0" fmla="*/ 223324 w 223324"/>
                <a:gd name="connsiteY0" fmla="*/ 0 h 217360"/>
                <a:gd name="connsiteX1" fmla="*/ 223324 w 223324"/>
                <a:gd name="connsiteY1" fmla="*/ 217360 h 217360"/>
                <a:gd name="connsiteX2" fmla="*/ 124286 w 223324"/>
                <a:gd name="connsiteY2" fmla="*/ 217055 h 217360"/>
                <a:gd name="connsiteX3" fmla="*/ 0 w 223324"/>
                <a:gd name="connsiteY3" fmla="*/ 216518 h 217360"/>
                <a:gd name="connsiteX4" fmla="*/ 2178 w 223324"/>
                <a:gd name="connsiteY4" fmla="*/ 63143 h 217360"/>
                <a:gd name="connsiteX5" fmla="*/ 125591 w 223324"/>
                <a:gd name="connsiteY5" fmla="*/ 48509 h 217360"/>
                <a:gd name="connsiteX6" fmla="*/ 223324 w 223324"/>
                <a:gd name="connsiteY6" fmla="*/ 0 h 2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324" h="217360">
                  <a:moveTo>
                    <a:pt x="223324" y="0"/>
                  </a:moveTo>
                  <a:lnTo>
                    <a:pt x="223324" y="217360"/>
                  </a:lnTo>
                  <a:lnTo>
                    <a:pt x="124286" y="217055"/>
                  </a:lnTo>
                  <a:lnTo>
                    <a:pt x="0" y="216518"/>
                  </a:lnTo>
                  <a:cubicBezTo>
                    <a:pt x="1095" y="182085"/>
                    <a:pt x="2902" y="165055"/>
                    <a:pt x="2178" y="63143"/>
                  </a:cubicBezTo>
                  <a:cubicBezTo>
                    <a:pt x="43274" y="63495"/>
                    <a:pt x="84415" y="58390"/>
                    <a:pt x="125591" y="48509"/>
                  </a:cubicBezTo>
                  <a:lnTo>
                    <a:pt x="223324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DDFD57E-0685-F772-DECA-1411991BDD4F}"/>
                </a:ext>
              </a:extLst>
            </p:cNvPr>
            <p:cNvSpPr/>
            <p:nvPr/>
          </p:nvSpPr>
          <p:spPr>
            <a:xfrm flipH="1">
              <a:off x="5954068" y="2642793"/>
              <a:ext cx="649766" cy="198310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146" h="198310">
                  <a:moveTo>
                    <a:pt x="221146" y="0"/>
                  </a:moveTo>
                  <a:lnTo>
                    <a:pt x="221146" y="198310"/>
                  </a:lnTo>
                  <a:lnTo>
                    <a:pt x="122108" y="198005"/>
                  </a:lnTo>
                  <a:lnTo>
                    <a:pt x="4220" y="197468"/>
                  </a:lnTo>
                  <a:cubicBezTo>
                    <a:pt x="5315" y="163035"/>
                    <a:pt x="724" y="184105"/>
                    <a:pt x="0" y="82193"/>
                  </a:cubicBezTo>
                  <a:cubicBezTo>
                    <a:pt x="41096" y="82545"/>
                    <a:pt x="82237" y="58390"/>
                    <a:pt x="123413" y="48509"/>
                  </a:cubicBezTo>
                  <a:lnTo>
                    <a:pt x="221146" y="0"/>
                  </a:ln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22D9EB-3447-AED0-E536-5ECEBAD3370D}"/>
                </a:ext>
              </a:extLst>
            </p:cNvPr>
            <p:cNvSpPr/>
            <p:nvPr/>
          </p:nvSpPr>
          <p:spPr>
            <a:xfrm>
              <a:off x="1312197" y="1286837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3" name="Straight Connector 4">
              <a:extLst>
                <a:ext uri="{FF2B5EF4-FFF2-40B4-BE49-F238E27FC236}">
                  <a16:creationId xmlns:a16="http://schemas.microsoft.com/office/drawing/2014/main" id="{6B72C87E-DB62-6B56-A705-D0D548ABD7F8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28854A-3AC3-956F-0847-289345748F4D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60C27C9-B0E0-0522-ABAC-1C6F42B369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0219" y="1829511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D4C7A9-0748-87B0-0341-42A4CF646B51}"/>
                </a:ext>
              </a:extLst>
            </p:cNvPr>
            <p:cNvCxnSpPr>
              <a:cxnSpLocks/>
            </p:cNvCxnSpPr>
            <p:nvPr/>
          </p:nvCxnSpPr>
          <p:spPr>
            <a:xfrm>
              <a:off x="1547110" y="1768099"/>
              <a:ext cx="60588" cy="966932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D3E3734-DEF5-4D45-54AD-1C4F19A0D0E3}"/>
              </a:ext>
            </a:extLst>
          </p:cNvPr>
          <p:cNvSpPr txBox="1"/>
          <p:nvPr/>
        </p:nvSpPr>
        <p:spPr>
          <a:xfrm>
            <a:off x="5770108" y="1351843"/>
            <a:ext cx="74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0,025</a:t>
            </a:r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5C1BDB-B44B-45EF-DBD4-EB9EE83CC2AD}"/>
              </a:ext>
            </a:extLst>
          </p:cNvPr>
          <p:cNvSpPr txBox="1"/>
          <p:nvPr/>
        </p:nvSpPr>
        <p:spPr>
          <a:xfrm>
            <a:off x="5520936" y="3514984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err="1">
                <a:latin typeface="Average Sans" panose="02000503040000020003" pitchFamily="2" charset="0"/>
              </a:rPr>
              <a:t>Z</a:t>
            </a:r>
            <a:r>
              <a:rPr lang="id-ID" sz="1400" baseline="-25000" err="1">
                <a:latin typeface="Average Sans" panose="02000503040000020003" pitchFamily="2" charset="0"/>
              </a:rPr>
              <a:t>kritis</a:t>
            </a:r>
            <a:r>
              <a:rPr lang="id-ID" sz="1400">
                <a:latin typeface="Average Sans" panose="02000503040000020003" pitchFamily="2" charset="0"/>
              </a:rPr>
              <a:t> = +1,96</a:t>
            </a:r>
            <a:endParaRPr lang="en-ID" sz="1400">
              <a:latin typeface="Average Sans" panose="020005030400000200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13A076-97D4-3CAA-FC72-9C8DC3003785}"/>
              </a:ext>
            </a:extLst>
          </p:cNvPr>
          <p:cNvSpPr txBox="1"/>
          <p:nvPr/>
        </p:nvSpPr>
        <p:spPr>
          <a:xfrm>
            <a:off x="1989012" y="1334065"/>
            <a:ext cx="74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0,025</a:t>
            </a:r>
            <a:endParaRPr lang="en-ID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C23C298-A557-D3F9-2307-FEA608599E04}"/>
              </a:ext>
            </a:extLst>
          </p:cNvPr>
          <p:cNvSpPr/>
          <p:nvPr/>
        </p:nvSpPr>
        <p:spPr>
          <a:xfrm rot="20355585">
            <a:off x="6275703" y="2736433"/>
            <a:ext cx="478230" cy="692162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  <a:gd name="connsiteX0" fmla="*/ 0 w 323850"/>
              <a:gd name="connsiteY0" fmla="*/ 0 h 755650"/>
              <a:gd name="connsiteX1" fmla="*/ 245399 w 323850"/>
              <a:gd name="connsiteY1" fmla="*/ 283093 h 755650"/>
              <a:gd name="connsiteX2" fmla="*/ 229872 w 323850"/>
              <a:gd name="connsiteY2" fmla="*/ 517525 h 755650"/>
              <a:gd name="connsiteX3" fmla="*/ 323850 w 323850"/>
              <a:gd name="connsiteY3" fmla="*/ 755650 h 755650"/>
              <a:gd name="connsiteX4" fmla="*/ 323850 w 323850"/>
              <a:gd name="connsiteY4" fmla="*/ 755650 h 755650"/>
              <a:gd name="connsiteX0" fmla="*/ 0 w 323850"/>
              <a:gd name="connsiteY0" fmla="*/ 0 h 755650"/>
              <a:gd name="connsiteX1" fmla="*/ 229872 w 323850"/>
              <a:gd name="connsiteY1" fmla="*/ 517525 h 755650"/>
              <a:gd name="connsiteX2" fmla="*/ 323850 w 323850"/>
              <a:gd name="connsiteY2" fmla="*/ 755650 h 755650"/>
              <a:gd name="connsiteX3" fmla="*/ 323850 w 323850"/>
              <a:gd name="connsiteY3" fmla="*/ 755650 h 755650"/>
              <a:gd name="connsiteX0" fmla="*/ 0 w 327924"/>
              <a:gd name="connsiteY0" fmla="*/ 0 h 755650"/>
              <a:gd name="connsiteX1" fmla="*/ 321403 w 327924"/>
              <a:gd name="connsiteY1" fmla="*/ 311179 h 755650"/>
              <a:gd name="connsiteX2" fmla="*/ 323850 w 327924"/>
              <a:gd name="connsiteY2" fmla="*/ 755650 h 755650"/>
              <a:gd name="connsiteX3" fmla="*/ 323850 w 327924"/>
              <a:gd name="connsiteY3" fmla="*/ 755650 h 755650"/>
              <a:gd name="connsiteX0" fmla="*/ 0 w 334219"/>
              <a:gd name="connsiteY0" fmla="*/ 0 h 755650"/>
              <a:gd name="connsiteX1" fmla="*/ 321403 w 334219"/>
              <a:gd name="connsiteY1" fmla="*/ 311179 h 755650"/>
              <a:gd name="connsiteX2" fmla="*/ 323850 w 334219"/>
              <a:gd name="connsiteY2" fmla="*/ 755650 h 755650"/>
              <a:gd name="connsiteX3" fmla="*/ 323850 w 334219"/>
              <a:gd name="connsiteY3" fmla="*/ 755650 h 755650"/>
              <a:gd name="connsiteX0" fmla="*/ 0 w 355255"/>
              <a:gd name="connsiteY0" fmla="*/ 0 h 755650"/>
              <a:gd name="connsiteX1" fmla="*/ 321403 w 355255"/>
              <a:gd name="connsiteY1" fmla="*/ 311179 h 755650"/>
              <a:gd name="connsiteX2" fmla="*/ 323850 w 355255"/>
              <a:gd name="connsiteY2" fmla="*/ 755650 h 755650"/>
              <a:gd name="connsiteX3" fmla="*/ 355255 w 355255"/>
              <a:gd name="connsiteY3" fmla="*/ 654825 h 755650"/>
              <a:gd name="connsiteX0" fmla="*/ 0 w 405078"/>
              <a:gd name="connsiteY0" fmla="*/ 0 h 755650"/>
              <a:gd name="connsiteX1" fmla="*/ 321403 w 405078"/>
              <a:gd name="connsiteY1" fmla="*/ 311179 h 755650"/>
              <a:gd name="connsiteX2" fmla="*/ 323850 w 405078"/>
              <a:gd name="connsiteY2" fmla="*/ 755650 h 755650"/>
              <a:gd name="connsiteX3" fmla="*/ 355255 w 405078"/>
              <a:gd name="connsiteY3" fmla="*/ 654825 h 755650"/>
              <a:gd name="connsiteX0" fmla="*/ 0 w 357891"/>
              <a:gd name="connsiteY0" fmla="*/ 0 h 654825"/>
              <a:gd name="connsiteX1" fmla="*/ 321403 w 357891"/>
              <a:gd name="connsiteY1" fmla="*/ 311179 h 654825"/>
              <a:gd name="connsiteX2" fmla="*/ 355255 w 357891"/>
              <a:gd name="connsiteY2" fmla="*/ 654825 h 654825"/>
              <a:gd name="connsiteX0" fmla="*/ 0 w 355255"/>
              <a:gd name="connsiteY0" fmla="*/ 0 h 654825"/>
              <a:gd name="connsiteX1" fmla="*/ 73415 w 355255"/>
              <a:gd name="connsiteY1" fmla="*/ 366757 h 654825"/>
              <a:gd name="connsiteX2" fmla="*/ 355255 w 355255"/>
              <a:gd name="connsiteY2" fmla="*/ 654825 h 654825"/>
              <a:gd name="connsiteX0" fmla="*/ 0 w 376936"/>
              <a:gd name="connsiteY0" fmla="*/ 0 h 487579"/>
              <a:gd name="connsiteX1" fmla="*/ 73415 w 376936"/>
              <a:gd name="connsiteY1" fmla="*/ 366757 h 487579"/>
              <a:gd name="connsiteX2" fmla="*/ 376936 w 376936"/>
              <a:gd name="connsiteY2" fmla="*/ 487579 h 487579"/>
              <a:gd name="connsiteX0" fmla="*/ 0 w 376936"/>
              <a:gd name="connsiteY0" fmla="*/ 0 h 494655"/>
              <a:gd name="connsiteX1" fmla="*/ 73415 w 376936"/>
              <a:gd name="connsiteY1" fmla="*/ 366757 h 494655"/>
              <a:gd name="connsiteX2" fmla="*/ 376936 w 376936"/>
              <a:gd name="connsiteY2" fmla="*/ 487579 h 49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6936" h="494655">
                <a:moveTo>
                  <a:pt x="0" y="0"/>
                </a:moveTo>
                <a:cubicBezTo>
                  <a:pt x="47890" y="107818"/>
                  <a:pt x="10592" y="285494"/>
                  <a:pt x="73415" y="366757"/>
                </a:cubicBezTo>
                <a:cubicBezTo>
                  <a:pt x="136238" y="448020"/>
                  <a:pt x="199058" y="517467"/>
                  <a:pt x="376936" y="487579"/>
                </a:cubicBezTo>
              </a:path>
            </a:pathLst>
          </a:custGeom>
          <a:ln>
            <a:headEnd type="oval" w="sm" len="sm"/>
            <a:tailEnd type="stealth" w="sm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7795CC-AB17-4F52-8BEB-16DD29604E9E}"/>
              </a:ext>
            </a:extLst>
          </p:cNvPr>
          <p:cNvSpPr txBox="1"/>
          <p:nvPr/>
        </p:nvSpPr>
        <p:spPr>
          <a:xfrm>
            <a:off x="6816336" y="3122071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400" err="1">
                <a:solidFill>
                  <a:schemeClr val="accent2"/>
                </a:solidFill>
                <a:latin typeface="Average Sans" panose="02000503040000020003" pitchFamily="2" charset="0"/>
              </a:rPr>
              <a:t>Z</a:t>
            </a:r>
            <a:r>
              <a:rPr lang="id-ID" sz="1400" baseline="-25000" err="1">
                <a:solidFill>
                  <a:schemeClr val="accent2"/>
                </a:solidFill>
                <a:latin typeface="Average Sans" panose="02000503040000020003" pitchFamily="2" charset="0"/>
              </a:rPr>
              <a:t>uji</a:t>
            </a:r>
            <a:r>
              <a:rPr lang="id-ID" sz="1400">
                <a:solidFill>
                  <a:schemeClr val="accent2"/>
                </a:solidFill>
                <a:latin typeface="Average Sans" panose="02000503040000020003" pitchFamily="2" charset="0"/>
              </a:rPr>
              <a:t> = +14,18</a:t>
            </a:r>
            <a:endParaRPr lang="en-ID" sz="1400">
              <a:solidFill>
                <a:schemeClr val="accent2"/>
              </a:solidFill>
              <a:latin typeface="Average Sans" panose="0200050304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62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327CC5-4D03-FE5B-711A-80C38F5F9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760666"/>
              </p:ext>
            </p:extLst>
          </p:nvPr>
        </p:nvGraphicFramePr>
        <p:xfrm>
          <a:off x="1810802" y="498621"/>
          <a:ext cx="8128000" cy="14833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437550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67407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359013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08548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8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LH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MH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4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HH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666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EA94C1-E7CE-15CF-C3F9-AF135EF830A8}"/>
              </a:ext>
            </a:extLst>
          </p:cNvPr>
          <p:cNvSpPr txBox="1"/>
          <p:nvPr/>
        </p:nvSpPr>
        <p:spPr>
          <a:xfrm>
            <a:off x="1251050" y="1330437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  <a:endParaRPr lang="en-ID" b="1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9F7C2-98D1-78C6-A518-FC2AF530D874}"/>
              </a:ext>
            </a:extLst>
          </p:cNvPr>
          <p:cNvSpPr txBox="1"/>
          <p:nvPr/>
        </p:nvSpPr>
        <p:spPr>
          <a:xfrm>
            <a:off x="6099655" y="73405"/>
            <a:ext cx="332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/>
              <a:t>Y</a:t>
            </a:r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DEE16F-D561-09B5-E627-FB6F45290427}"/>
              </a:ext>
            </a:extLst>
          </p:cNvPr>
          <p:cNvSpPr/>
          <p:nvPr/>
        </p:nvSpPr>
        <p:spPr>
          <a:xfrm>
            <a:off x="1150172" y="1215876"/>
            <a:ext cx="554824" cy="554824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8AF95B-F345-70C6-B052-C99311DB3024}"/>
              </a:ext>
            </a:extLst>
          </p:cNvPr>
          <p:cNvSpPr/>
          <p:nvPr/>
        </p:nvSpPr>
        <p:spPr>
          <a:xfrm>
            <a:off x="3820912" y="863600"/>
            <a:ext cx="6117890" cy="406400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2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AC33AA-432D-11EE-531B-BBE91D030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652906"/>
              </p:ext>
            </p:extLst>
          </p:nvPr>
        </p:nvGraphicFramePr>
        <p:xfrm>
          <a:off x="2032000" y="4270721"/>
          <a:ext cx="8128000" cy="14833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437550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67407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359013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08548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88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LM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LH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MM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MH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4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</a:t>
                      </a:r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HL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f</a:t>
                      </a:r>
                      <a:r>
                        <a:rPr lang="en-US" sz="1800" baseline="-25000" err="1"/>
                        <a:t>HM</a:t>
                      </a:r>
                      <a:endParaRPr lang="en-ID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</a:t>
                      </a:r>
                      <a:r>
                        <a:rPr lang="en-US" baseline="-25000" err="1"/>
                        <a:t>HH</a:t>
                      </a:r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666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B3DD1B-1A12-D856-EBD2-DCFC2C00CFD0}"/>
              </a:ext>
            </a:extLst>
          </p:cNvPr>
          <p:cNvSpPr txBox="1"/>
          <p:nvPr/>
        </p:nvSpPr>
        <p:spPr>
          <a:xfrm>
            <a:off x="1472248" y="5102537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  <a:endParaRPr lang="en-ID" b="1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C54A7-08F4-509D-975A-B5DAEB27CE82}"/>
              </a:ext>
            </a:extLst>
          </p:cNvPr>
          <p:cNvSpPr txBox="1"/>
          <p:nvPr/>
        </p:nvSpPr>
        <p:spPr>
          <a:xfrm>
            <a:off x="6320853" y="3845505"/>
            <a:ext cx="332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/>
              <a:t>Y</a:t>
            </a:r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DB07EF-5A85-58EA-066E-59BEA12FC435}"/>
              </a:ext>
            </a:extLst>
          </p:cNvPr>
          <p:cNvSpPr/>
          <p:nvPr/>
        </p:nvSpPr>
        <p:spPr>
          <a:xfrm>
            <a:off x="6194272" y="3729175"/>
            <a:ext cx="554824" cy="554824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C9A15E-D683-20DC-3836-0F481E8257D5}"/>
              </a:ext>
            </a:extLst>
          </p:cNvPr>
          <p:cNvSpPr/>
          <p:nvPr/>
        </p:nvSpPr>
        <p:spPr>
          <a:xfrm>
            <a:off x="4042110" y="4635699"/>
            <a:ext cx="2053890" cy="1118381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2E438-E3BC-0829-5A83-497B9A178615}"/>
              </a:ext>
            </a:extLst>
          </p:cNvPr>
          <p:cNvSpPr txBox="1"/>
          <p:nvPr/>
        </p:nvSpPr>
        <p:spPr>
          <a:xfrm>
            <a:off x="1810802" y="39261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B6231B-14F6-0549-10FE-0B1D7A5AC296}"/>
              </a:ext>
            </a:extLst>
          </p:cNvPr>
          <p:cNvSpPr txBox="1"/>
          <p:nvPr/>
        </p:nvSpPr>
        <p:spPr>
          <a:xfrm>
            <a:off x="1810802" y="2587492"/>
            <a:ext cx="7550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x</a:t>
            </a:r>
            <a:r>
              <a:rPr lang="en-US"/>
              <a:t> = </a:t>
            </a:r>
            <a:r>
              <a:rPr lang="en-US" err="1"/>
              <a:t>f</a:t>
            </a:r>
            <a:r>
              <a:rPr lang="en-US" baseline="-25000" err="1"/>
              <a:t>LL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LM</a:t>
            </a:r>
            <a:r>
              <a:rPr lang="en-US" err="1"/>
              <a:t>+f</a:t>
            </a:r>
            <a:r>
              <a:rPr lang="en-US" baseline="-25000" err="1"/>
              <a:t>LH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LM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LH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 err="1"/>
              <a:t>+f</a:t>
            </a:r>
            <a:r>
              <a:rPr lang="en-US" baseline="-25000" err="1"/>
              <a:t>MH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HL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HM</a:t>
            </a:r>
            <a:r>
              <a:rPr lang="en-US" err="1"/>
              <a:t>+f</a:t>
            </a:r>
            <a:r>
              <a:rPr lang="en-US" baseline="-25000" err="1"/>
              <a:t>HH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HM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HH</a:t>
            </a:r>
            <a:r>
              <a:rPr lang="en-US"/>
              <a:t>) </a:t>
            </a:r>
            <a:endParaRPr lang="en-ID" baseline="-25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02781-804B-7FEC-73D3-160A76B3DEDE}"/>
              </a:ext>
            </a:extLst>
          </p:cNvPr>
          <p:cNvSpPr txBox="1"/>
          <p:nvPr/>
        </p:nvSpPr>
        <p:spPr>
          <a:xfrm>
            <a:off x="1810802" y="3205400"/>
            <a:ext cx="7550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y</a:t>
            </a:r>
            <a:r>
              <a:rPr lang="en-US"/>
              <a:t> = </a:t>
            </a:r>
            <a:r>
              <a:rPr lang="en-US" err="1"/>
              <a:t>f</a:t>
            </a:r>
            <a:r>
              <a:rPr lang="en-US" baseline="-25000" err="1"/>
              <a:t>LL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ML</a:t>
            </a:r>
            <a:r>
              <a:rPr lang="en-US" err="1"/>
              <a:t>+f</a:t>
            </a:r>
            <a:r>
              <a:rPr lang="en-US" baseline="-25000" err="1"/>
              <a:t>HL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ML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HL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LM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 err="1"/>
              <a:t>+f</a:t>
            </a:r>
            <a:r>
              <a:rPr lang="en-US" baseline="-25000" err="1"/>
              <a:t>HM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MM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HM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LH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MH</a:t>
            </a:r>
            <a:r>
              <a:rPr lang="en-US" err="1"/>
              <a:t>+f</a:t>
            </a:r>
            <a:r>
              <a:rPr lang="en-US" baseline="-25000" err="1"/>
              <a:t>HH</a:t>
            </a:r>
            <a:r>
              <a:rPr lang="en-US"/>
              <a:t>) + </a:t>
            </a:r>
            <a:r>
              <a:rPr lang="en-US" err="1"/>
              <a:t>f</a:t>
            </a:r>
            <a:r>
              <a:rPr lang="en-US" baseline="-25000" err="1"/>
              <a:t>MH</a:t>
            </a:r>
            <a:r>
              <a:rPr lang="en-US"/>
              <a:t>(</a:t>
            </a:r>
            <a:r>
              <a:rPr lang="en-US" err="1"/>
              <a:t>f</a:t>
            </a:r>
            <a:r>
              <a:rPr lang="en-US" baseline="-25000" err="1"/>
              <a:t>HH</a:t>
            </a:r>
            <a:r>
              <a:rPr lang="en-US"/>
              <a:t>) </a:t>
            </a:r>
            <a:endParaRPr lang="en-ID" baseline="-25000"/>
          </a:p>
        </p:txBody>
      </p:sp>
    </p:spTree>
    <p:extLst>
      <p:ext uri="{BB962C8B-B14F-4D97-AF65-F5344CB8AC3E}">
        <p14:creationId xmlns:p14="http://schemas.microsoft.com/office/powerpoint/2010/main" val="45902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FE2285-31A3-5FD7-7AE4-0F8EF4855B39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1798377" cy="5963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4FE2285-31A3-5FD7-7AE4-0F8EF4855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1798377" cy="5963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F7427-8092-2469-35BB-EC6C2F11AFBE}"/>
                  </a:ext>
                </a:extLst>
              </p:cNvPr>
              <p:cNvSpPr txBox="1"/>
              <p:nvPr/>
            </p:nvSpPr>
            <p:spPr>
              <a:xfrm>
                <a:off x="5753100" y="1958340"/>
                <a:ext cx="1790747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F7427-8092-2469-35BB-EC6C2F11A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100" y="1958340"/>
                <a:ext cx="1790747" cy="5653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0EE14-1525-0A78-5B1A-2C0354393C8A}"/>
                  </a:ext>
                </a:extLst>
              </p:cNvPr>
              <p:cNvSpPr txBox="1"/>
              <p:nvPr/>
            </p:nvSpPr>
            <p:spPr>
              <a:xfrm>
                <a:off x="1651000" y="1958340"/>
                <a:ext cx="2326855" cy="1887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1831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499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1831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499</m:t>
                          </m:r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986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1332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3316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0,401</m:t>
                      </m:r>
                    </m:oMath>
                  </m:oMathPara>
                </a14:m>
                <a:endParaRPr lang="id-ID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0EE14-1525-0A78-5B1A-2C0354393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1958340"/>
                <a:ext cx="2326855" cy="1887761"/>
              </a:xfrm>
              <a:prstGeom prst="rect">
                <a:avLst/>
              </a:prstGeom>
              <a:blipFill>
                <a:blip r:embed="rId4"/>
                <a:stretch>
                  <a:fillRect b="-6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4A0A01-E320-601A-7797-3B00C9D22A80}"/>
                  </a:ext>
                </a:extLst>
              </p:cNvPr>
              <p:cNvSpPr txBox="1"/>
              <p:nvPr/>
            </p:nvSpPr>
            <p:spPr>
              <a:xfrm>
                <a:off x="7115763" y="4042165"/>
                <a:ext cx="3737562" cy="8631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d-ID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d-ID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id-ID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id-ID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r>
                                    <a:rPr lang="id-ID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d-ID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d-ID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4A0A01-E320-601A-7797-3B00C9D22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763" y="4042165"/>
                <a:ext cx="3737562" cy="8631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69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73DB22-540E-668A-03E3-0485BAC4CDD4}"/>
              </a:ext>
            </a:extLst>
          </p:cNvPr>
          <p:cNvGrpSpPr/>
          <p:nvPr/>
        </p:nvGrpSpPr>
        <p:grpSpPr>
          <a:xfrm>
            <a:off x="723750" y="654595"/>
            <a:ext cx="4106244" cy="1893366"/>
            <a:chOff x="1299617" y="1021828"/>
            <a:chExt cx="5309989" cy="186679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74F8FF3-84FD-A19A-6983-E028BC66D4E1}"/>
                </a:ext>
              </a:extLst>
            </p:cNvPr>
            <p:cNvSpPr/>
            <p:nvPr/>
          </p:nvSpPr>
          <p:spPr>
            <a:xfrm flipH="1">
              <a:off x="5530448" y="2445048"/>
              <a:ext cx="1072161" cy="395674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942 w 227556"/>
                <a:gd name="connsiteY5" fmla="*/ 166958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45607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623 w 227556"/>
                <a:gd name="connsiteY5" fmla="*/ 134303 h 299912"/>
                <a:gd name="connsiteX6" fmla="*/ 227303 w 227556"/>
                <a:gd name="connsiteY6" fmla="*/ 0 h 299912"/>
                <a:gd name="connsiteX0" fmla="*/ 225722 w 225975"/>
                <a:gd name="connsiteY0" fmla="*/ 0 h 299912"/>
                <a:gd name="connsiteX1" fmla="*/ 225721 w 225975"/>
                <a:gd name="connsiteY1" fmla="*/ 295122 h 299912"/>
                <a:gd name="connsiteX2" fmla="*/ 117888 w 225975"/>
                <a:gd name="connsiteY2" fmla="*/ 299912 h 299912"/>
                <a:gd name="connsiteX3" fmla="*/ 0 w 225975"/>
                <a:gd name="connsiteY3" fmla="*/ 299375 h 299912"/>
                <a:gd name="connsiteX4" fmla="*/ 1497 w 225975"/>
                <a:gd name="connsiteY4" fmla="*/ 174267 h 299912"/>
                <a:gd name="connsiteX5" fmla="*/ 102042 w 225975"/>
                <a:gd name="connsiteY5" fmla="*/ 134303 h 299912"/>
                <a:gd name="connsiteX6" fmla="*/ 225722 w 225975"/>
                <a:gd name="connsiteY6" fmla="*/ 0 h 299912"/>
                <a:gd name="connsiteX0" fmla="*/ 226864 w 227117"/>
                <a:gd name="connsiteY0" fmla="*/ 0 h 299912"/>
                <a:gd name="connsiteX1" fmla="*/ 226863 w 227117"/>
                <a:gd name="connsiteY1" fmla="*/ 295122 h 299912"/>
                <a:gd name="connsiteX2" fmla="*/ 119030 w 227117"/>
                <a:gd name="connsiteY2" fmla="*/ 299912 h 299912"/>
                <a:gd name="connsiteX3" fmla="*/ 1142 w 227117"/>
                <a:gd name="connsiteY3" fmla="*/ 299375 h 299912"/>
                <a:gd name="connsiteX4" fmla="*/ 0 w 227117"/>
                <a:gd name="connsiteY4" fmla="*/ 174267 h 299912"/>
                <a:gd name="connsiteX5" fmla="*/ 103184 w 227117"/>
                <a:gd name="connsiteY5" fmla="*/ 134303 h 299912"/>
                <a:gd name="connsiteX6" fmla="*/ 226864 w 227117"/>
                <a:gd name="connsiteY6" fmla="*/ 0 h 299912"/>
                <a:gd name="connsiteX0" fmla="*/ 229680 w 229933"/>
                <a:gd name="connsiteY0" fmla="*/ 0 h 299912"/>
                <a:gd name="connsiteX1" fmla="*/ 229679 w 229933"/>
                <a:gd name="connsiteY1" fmla="*/ 295122 h 299912"/>
                <a:gd name="connsiteX2" fmla="*/ 121846 w 229933"/>
                <a:gd name="connsiteY2" fmla="*/ 299912 h 299912"/>
                <a:gd name="connsiteX3" fmla="*/ 0 w 229933"/>
                <a:gd name="connsiteY3" fmla="*/ 299375 h 299912"/>
                <a:gd name="connsiteX4" fmla="*/ 2816 w 229933"/>
                <a:gd name="connsiteY4" fmla="*/ 174267 h 299912"/>
                <a:gd name="connsiteX5" fmla="*/ 106000 w 229933"/>
                <a:gd name="connsiteY5" fmla="*/ 134303 h 299912"/>
                <a:gd name="connsiteX6" fmla="*/ 229680 w 229933"/>
                <a:gd name="connsiteY6" fmla="*/ 0 h 299912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9078 w 229679"/>
                <a:gd name="connsiteY5" fmla="*/ 148119 h 317495"/>
                <a:gd name="connsiteX6" fmla="*/ 227921 w 229679"/>
                <a:gd name="connsiteY6" fmla="*/ 0 h 317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679" h="317495">
                  <a:moveTo>
                    <a:pt x="227921" y="0"/>
                  </a:moveTo>
                  <a:cubicBezTo>
                    <a:pt x="228800" y="92429"/>
                    <a:pt x="228800" y="220276"/>
                    <a:pt x="229679" y="312705"/>
                  </a:cubicBezTo>
                  <a:lnTo>
                    <a:pt x="121846" y="317495"/>
                  </a:lnTo>
                  <a:lnTo>
                    <a:pt x="0" y="316958"/>
                  </a:lnTo>
                  <a:cubicBezTo>
                    <a:pt x="1095" y="282525"/>
                    <a:pt x="3540" y="293762"/>
                    <a:pt x="2816" y="191850"/>
                  </a:cubicBezTo>
                  <a:cubicBezTo>
                    <a:pt x="43912" y="192202"/>
                    <a:pt x="71561" y="180094"/>
                    <a:pt x="109078" y="148119"/>
                  </a:cubicBezTo>
                  <a:cubicBezTo>
                    <a:pt x="146596" y="116144"/>
                    <a:pt x="189187" y="77841"/>
                    <a:pt x="227921" y="0"/>
                  </a:cubicBezTo>
                  <a:close/>
                </a:path>
              </a:pathLst>
            </a:custGeom>
            <a:solidFill>
              <a:srgbClr val="8497B0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BBCF03-839A-2565-9F9C-295B4814601A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D878B6-0792-C0AE-C3C2-7A727D0480A1}"/>
                </a:ext>
              </a:extLst>
            </p:cNvPr>
            <p:cNvSpPr/>
            <p:nvPr/>
          </p:nvSpPr>
          <p:spPr>
            <a:xfrm flipH="1">
              <a:off x="6042489" y="2621320"/>
              <a:ext cx="560120" cy="220368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942 w 227556"/>
                <a:gd name="connsiteY5" fmla="*/ 166958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45607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623 w 227556"/>
                <a:gd name="connsiteY5" fmla="*/ 134303 h 299912"/>
                <a:gd name="connsiteX6" fmla="*/ 227303 w 227556"/>
                <a:gd name="connsiteY6" fmla="*/ 0 h 299912"/>
                <a:gd name="connsiteX0" fmla="*/ 225722 w 225975"/>
                <a:gd name="connsiteY0" fmla="*/ 0 h 299912"/>
                <a:gd name="connsiteX1" fmla="*/ 225721 w 225975"/>
                <a:gd name="connsiteY1" fmla="*/ 295122 h 299912"/>
                <a:gd name="connsiteX2" fmla="*/ 117888 w 225975"/>
                <a:gd name="connsiteY2" fmla="*/ 299912 h 299912"/>
                <a:gd name="connsiteX3" fmla="*/ 0 w 225975"/>
                <a:gd name="connsiteY3" fmla="*/ 299375 h 299912"/>
                <a:gd name="connsiteX4" fmla="*/ 1497 w 225975"/>
                <a:gd name="connsiteY4" fmla="*/ 174267 h 299912"/>
                <a:gd name="connsiteX5" fmla="*/ 102042 w 225975"/>
                <a:gd name="connsiteY5" fmla="*/ 134303 h 299912"/>
                <a:gd name="connsiteX6" fmla="*/ 225722 w 225975"/>
                <a:gd name="connsiteY6" fmla="*/ 0 h 299912"/>
                <a:gd name="connsiteX0" fmla="*/ 226864 w 227117"/>
                <a:gd name="connsiteY0" fmla="*/ 0 h 299912"/>
                <a:gd name="connsiteX1" fmla="*/ 226863 w 227117"/>
                <a:gd name="connsiteY1" fmla="*/ 295122 h 299912"/>
                <a:gd name="connsiteX2" fmla="*/ 119030 w 227117"/>
                <a:gd name="connsiteY2" fmla="*/ 299912 h 299912"/>
                <a:gd name="connsiteX3" fmla="*/ 1142 w 227117"/>
                <a:gd name="connsiteY3" fmla="*/ 299375 h 299912"/>
                <a:gd name="connsiteX4" fmla="*/ 0 w 227117"/>
                <a:gd name="connsiteY4" fmla="*/ 174267 h 299912"/>
                <a:gd name="connsiteX5" fmla="*/ 103184 w 227117"/>
                <a:gd name="connsiteY5" fmla="*/ 134303 h 299912"/>
                <a:gd name="connsiteX6" fmla="*/ 226864 w 227117"/>
                <a:gd name="connsiteY6" fmla="*/ 0 h 299912"/>
                <a:gd name="connsiteX0" fmla="*/ 229680 w 229933"/>
                <a:gd name="connsiteY0" fmla="*/ 0 h 299912"/>
                <a:gd name="connsiteX1" fmla="*/ 229679 w 229933"/>
                <a:gd name="connsiteY1" fmla="*/ 295122 h 299912"/>
                <a:gd name="connsiteX2" fmla="*/ 121846 w 229933"/>
                <a:gd name="connsiteY2" fmla="*/ 299912 h 299912"/>
                <a:gd name="connsiteX3" fmla="*/ 0 w 229933"/>
                <a:gd name="connsiteY3" fmla="*/ 299375 h 299912"/>
                <a:gd name="connsiteX4" fmla="*/ 2816 w 229933"/>
                <a:gd name="connsiteY4" fmla="*/ 174267 h 299912"/>
                <a:gd name="connsiteX5" fmla="*/ 106000 w 229933"/>
                <a:gd name="connsiteY5" fmla="*/ 134303 h 299912"/>
                <a:gd name="connsiteX6" fmla="*/ 229680 w 229933"/>
                <a:gd name="connsiteY6" fmla="*/ 0 h 299912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9078 w 229679"/>
                <a:gd name="connsiteY5" fmla="*/ 148119 h 317495"/>
                <a:gd name="connsiteX6" fmla="*/ 227921 w 229679"/>
                <a:gd name="connsiteY6" fmla="*/ 0 h 317495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09078 w 229868"/>
                <a:gd name="connsiteY5" fmla="*/ 7451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09920 w 229868"/>
                <a:gd name="connsiteY5" fmla="*/ 1171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14975 w 229868"/>
                <a:gd name="connsiteY5" fmla="*/ 31314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14975 w 229868"/>
                <a:gd name="connsiteY5" fmla="*/ 31314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15818 w 229868"/>
                <a:gd name="connsiteY5" fmla="*/ 36338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7871 w 229868"/>
                <a:gd name="connsiteY4" fmla="*/ 46159 h 176827"/>
                <a:gd name="connsiteX5" fmla="*/ 115818 w 229868"/>
                <a:gd name="connsiteY5" fmla="*/ 36338 h 176827"/>
                <a:gd name="connsiteX6" fmla="*/ 229606 w 229868"/>
                <a:gd name="connsiteY6" fmla="*/ 0 h 17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868" h="176827">
                  <a:moveTo>
                    <a:pt x="229606" y="0"/>
                  </a:moveTo>
                  <a:cubicBezTo>
                    <a:pt x="230485" y="92429"/>
                    <a:pt x="228800" y="79608"/>
                    <a:pt x="229679" y="172037"/>
                  </a:cubicBezTo>
                  <a:lnTo>
                    <a:pt x="121846" y="176827"/>
                  </a:lnTo>
                  <a:lnTo>
                    <a:pt x="0" y="176290"/>
                  </a:lnTo>
                  <a:cubicBezTo>
                    <a:pt x="1095" y="141857"/>
                    <a:pt x="8595" y="148071"/>
                    <a:pt x="7871" y="46159"/>
                  </a:cubicBezTo>
                  <a:cubicBezTo>
                    <a:pt x="48967" y="46511"/>
                    <a:pt x="78862" y="44031"/>
                    <a:pt x="115818" y="36338"/>
                  </a:cubicBezTo>
                  <a:cubicBezTo>
                    <a:pt x="152774" y="28645"/>
                    <a:pt x="178234" y="26346"/>
                    <a:pt x="229606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2F489F3-E95F-B016-F92C-A5892977EB48}"/>
                </a:ext>
              </a:extLst>
            </p:cNvPr>
            <p:cNvSpPr/>
            <p:nvPr/>
          </p:nvSpPr>
          <p:spPr>
            <a:xfrm>
              <a:off x="1312197" y="1258966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cxnSp>
          <p:nvCxnSpPr>
            <p:cNvPr id="6" name="Straight Connector 4">
              <a:extLst>
                <a:ext uri="{FF2B5EF4-FFF2-40B4-BE49-F238E27FC236}">
                  <a16:creationId xmlns:a16="http://schemas.microsoft.com/office/drawing/2014/main" id="{DE81444E-5791-C548-245E-7E282A8B7421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A35C418-9FFE-7158-6993-1B6CD1674467}"/>
                </a:ext>
              </a:extLst>
            </p:cNvPr>
            <p:cNvCxnSpPr>
              <a:cxnSpLocks/>
            </p:cNvCxnSpPr>
            <p:nvPr/>
          </p:nvCxnSpPr>
          <p:spPr>
            <a:xfrm>
              <a:off x="5528943" y="2252933"/>
              <a:ext cx="0" cy="63569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8CC16BB-A61B-9E42-3337-4C1BF504B78E}"/>
                </a:ext>
              </a:extLst>
            </p:cNvPr>
            <p:cNvCxnSpPr>
              <a:cxnSpLocks/>
            </p:cNvCxnSpPr>
            <p:nvPr/>
          </p:nvCxnSpPr>
          <p:spPr>
            <a:xfrm>
              <a:off x="6045628" y="2326785"/>
              <a:ext cx="0" cy="526278"/>
            </a:xfrm>
            <a:prstGeom prst="line">
              <a:avLst/>
            </a:prstGeom>
            <a:ln w="190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562E3E5-25EB-AD2F-3F2F-30B3BC31C626}"/>
              </a:ext>
            </a:extLst>
          </p:cNvPr>
          <p:cNvSpPr txBox="1"/>
          <p:nvPr/>
        </p:nvSpPr>
        <p:spPr>
          <a:xfrm>
            <a:off x="4357975" y="3140188"/>
            <a:ext cx="1416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titik kritis</a:t>
            </a:r>
            <a:endParaRPr lang="en-ID" sz="16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7A9CC2-79EA-F4C7-9852-51B2992933FF}"/>
              </a:ext>
            </a:extLst>
          </p:cNvPr>
          <p:cNvGrpSpPr/>
          <p:nvPr/>
        </p:nvGrpSpPr>
        <p:grpSpPr>
          <a:xfrm>
            <a:off x="2138697" y="4103977"/>
            <a:ext cx="4097586" cy="1818894"/>
            <a:chOff x="1291668" y="1021828"/>
            <a:chExt cx="5298793" cy="181889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8A10100-08DD-87F2-28FF-AAEC7EA41967}"/>
                </a:ext>
              </a:extLst>
            </p:cNvPr>
            <p:cNvSpPr/>
            <p:nvPr/>
          </p:nvSpPr>
          <p:spPr>
            <a:xfrm>
              <a:off x="1293971" y="2466960"/>
              <a:ext cx="1062252" cy="373762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56148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30229 w 227556"/>
                <a:gd name="connsiteY5" fmla="*/ 133219 h 299912"/>
                <a:gd name="connsiteX6" fmla="*/ 227303 w 227556"/>
                <a:gd name="connsiteY6" fmla="*/ 0 h 29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556" h="299912">
                  <a:moveTo>
                    <a:pt x="227303" y="0"/>
                  </a:moveTo>
                  <a:cubicBezTo>
                    <a:pt x="228182" y="92429"/>
                    <a:pt x="226423" y="202693"/>
                    <a:pt x="227302" y="295122"/>
                  </a:cubicBezTo>
                  <a:lnTo>
                    <a:pt x="119469" y="299912"/>
                  </a:lnTo>
                  <a:lnTo>
                    <a:pt x="1581" y="299375"/>
                  </a:lnTo>
                  <a:cubicBezTo>
                    <a:pt x="2676" y="264942"/>
                    <a:pt x="724" y="301298"/>
                    <a:pt x="0" y="199386"/>
                  </a:cubicBezTo>
                  <a:cubicBezTo>
                    <a:pt x="41096" y="199738"/>
                    <a:pt x="91565" y="157152"/>
                    <a:pt x="130229" y="133219"/>
                  </a:cubicBezTo>
                  <a:cubicBezTo>
                    <a:pt x="166984" y="110468"/>
                    <a:pt x="185930" y="55234"/>
                    <a:pt x="227303" y="0"/>
                  </a:cubicBezTo>
                  <a:close/>
                </a:path>
              </a:pathLst>
            </a:custGeom>
            <a:solidFill>
              <a:srgbClr val="84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FCB9E64-D1BC-BDD7-9DCE-B4A2EE031016}"/>
                </a:ext>
              </a:extLst>
            </p:cNvPr>
            <p:cNvSpPr/>
            <p:nvPr/>
          </p:nvSpPr>
          <p:spPr>
            <a:xfrm>
              <a:off x="1291668" y="1286837"/>
              <a:ext cx="5298793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  <a:gd name="connsiteX0" fmla="*/ 0 w 3987820"/>
                <a:gd name="connsiteY0" fmla="*/ 1073943 h 1073943"/>
                <a:gd name="connsiteX1" fmla="*/ 1994291 w 3987820"/>
                <a:gd name="connsiteY1" fmla="*/ 7 h 1073943"/>
                <a:gd name="connsiteX2" fmla="*/ 3987820 w 3987820"/>
                <a:gd name="connsiteY2" fmla="*/ 1068691 h 1073943"/>
                <a:gd name="connsiteX0" fmla="*/ 0 w 3987820"/>
                <a:gd name="connsiteY0" fmla="*/ 1066775 h 1068691"/>
                <a:gd name="connsiteX1" fmla="*/ 1994291 w 3987820"/>
                <a:gd name="connsiteY1" fmla="*/ 7 h 1068691"/>
                <a:gd name="connsiteX2" fmla="*/ 3987820 w 398782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7820" h="1068691">
                  <a:moveTo>
                    <a:pt x="0" y="1066775"/>
                  </a:moveTo>
                  <a:cubicBezTo>
                    <a:pt x="1383848" y="1024513"/>
                    <a:pt x="1332229" y="-3100"/>
                    <a:pt x="1994291" y="7"/>
                  </a:cubicBezTo>
                  <a:cubicBezTo>
                    <a:pt x="2656353" y="3114"/>
                    <a:pt x="2643112" y="1052066"/>
                    <a:pt x="398782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12" name="Straight Connector 4">
              <a:extLst>
                <a:ext uri="{FF2B5EF4-FFF2-40B4-BE49-F238E27FC236}">
                  <a16:creationId xmlns:a16="http://schemas.microsoft.com/office/drawing/2014/main" id="{049B8AB0-78EA-3328-AB44-1E52AEC2D2F4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1301351" y="2839337"/>
              <a:ext cx="5289110" cy="716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6081DE6-84D4-BD5C-339A-265D5248BA51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98D2EBF-41B8-A217-E6F6-11B869A04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9181" y="1796516"/>
              <a:ext cx="241566" cy="905520"/>
            </a:xfrm>
            <a:prstGeom prst="line">
              <a:avLst/>
            </a:prstGeom>
            <a:ln w="63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40461A4-817E-7E5F-3518-FCE204A2D6A7}"/>
              </a:ext>
            </a:extLst>
          </p:cNvPr>
          <p:cNvSpPr txBox="1"/>
          <p:nvPr/>
        </p:nvSpPr>
        <p:spPr>
          <a:xfrm>
            <a:off x="2499822" y="4474144"/>
            <a:ext cx="69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0,05</a:t>
            </a:r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3DDE06-F850-FBE1-E18F-418A9FC5650E}"/>
              </a:ext>
            </a:extLst>
          </p:cNvPr>
          <p:cNvSpPr/>
          <p:nvPr/>
        </p:nvSpPr>
        <p:spPr>
          <a:xfrm>
            <a:off x="2935768" y="5972497"/>
            <a:ext cx="464262" cy="549517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7DDEDB-AA16-F4E8-E294-8C82F5049CE5}"/>
              </a:ext>
            </a:extLst>
          </p:cNvPr>
          <p:cNvSpPr txBox="1"/>
          <p:nvPr/>
        </p:nvSpPr>
        <p:spPr>
          <a:xfrm>
            <a:off x="3050305" y="6522827"/>
            <a:ext cx="69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800">
                <a:latin typeface="Average Sans" panose="02000503040000020003" pitchFamily="2" charset="0"/>
              </a:rPr>
              <a:t>-</a:t>
            </a:r>
            <a:r>
              <a:rPr lang="id-ID">
                <a:latin typeface="Average Sans" panose="02000503040000020003" pitchFamily="2" charset="0"/>
              </a:rPr>
              <a:t>1</a:t>
            </a:r>
            <a:r>
              <a:rPr lang="id-ID" sz="1800">
                <a:latin typeface="Average Sans" panose="02000503040000020003" pitchFamily="2" charset="0"/>
              </a:rPr>
              <a:t>,65</a:t>
            </a:r>
            <a:endParaRPr lang="en-ID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6D73EED-5D7F-EBB8-8A45-0F330B9148A6}"/>
              </a:ext>
            </a:extLst>
          </p:cNvPr>
          <p:cNvGrpSpPr/>
          <p:nvPr/>
        </p:nvGrpSpPr>
        <p:grpSpPr>
          <a:xfrm>
            <a:off x="7436585" y="4315741"/>
            <a:ext cx="4083399" cy="1821251"/>
            <a:chOff x="6811763" y="2346541"/>
            <a:chExt cx="4083399" cy="182125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A5E3EA-18F9-BCE1-800C-D0DC91A81995}"/>
                </a:ext>
              </a:extLst>
            </p:cNvPr>
            <p:cNvCxnSpPr>
              <a:cxnSpLocks/>
            </p:cNvCxnSpPr>
            <p:nvPr/>
          </p:nvCxnSpPr>
          <p:spPr>
            <a:xfrm>
              <a:off x="6811763" y="2441253"/>
              <a:ext cx="4083399" cy="0"/>
            </a:xfrm>
            <a:prstGeom prst="line">
              <a:avLst/>
            </a:prstGeom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A4A388A-7D8C-319B-E4A1-20B1121DEB62}"/>
                </a:ext>
              </a:extLst>
            </p:cNvPr>
            <p:cNvCxnSpPr>
              <a:cxnSpLocks/>
            </p:cNvCxnSpPr>
            <p:nvPr/>
          </p:nvCxnSpPr>
          <p:spPr>
            <a:xfrm>
              <a:off x="6811763" y="3614445"/>
              <a:ext cx="4083399" cy="0"/>
            </a:xfrm>
            <a:prstGeom prst="line">
              <a:avLst/>
            </a:prstGeom>
            <a:ln w="1905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2C7D86A-D4B2-9BF3-2660-1A929C001596}"/>
                </a:ext>
              </a:extLst>
            </p:cNvPr>
            <p:cNvCxnSpPr>
              <a:cxnSpLocks/>
            </p:cNvCxnSpPr>
            <p:nvPr/>
          </p:nvCxnSpPr>
          <p:spPr>
            <a:xfrm>
              <a:off x="7124700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BDF32C-1F88-B4CE-46A9-65EE92FFE108}"/>
                </a:ext>
              </a:extLst>
            </p:cNvPr>
            <p:cNvCxnSpPr>
              <a:cxnSpLocks/>
            </p:cNvCxnSpPr>
            <p:nvPr/>
          </p:nvCxnSpPr>
          <p:spPr>
            <a:xfrm>
              <a:off x="7633607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E6E430-3C94-62E8-8B32-9BC5AF274CBD}"/>
                </a:ext>
              </a:extLst>
            </p:cNvPr>
            <p:cNvCxnSpPr>
              <a:cxnSpLocks/>
            </p:cNvCxnSpPr>
            <p:nvPr/>
          </p:nvCxnSpPr>
          <p:spPr>
            <a:xfrm>
              <a:off x="8142514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1B411FD-2628-1CC0-EC23-9CF4AEE9F480}"/>
                </a:ext>
              </a:extLst>
            </p:cNvPr>
            <p:cNvCxnSpPr>
              <a:cxnSpLocks/>
            </p:cNvCxnSpPr>
            <p:nvPr/>
          </p:nvCxnSpPr>
          <p:spPr>
            <a:xfrm>
              <a:off x="8651421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4F8B154-E082-118C-24E7-14D31AE91E22}"/>
                </a:ext>
              </a:extLst>
            </p:cNvPr>
            <p:cNvCxnSpPr>
              <a:cxnSpLocks/>
            </p:cNvCxnSpPr>
            <p:nvPr/>
          </p:nvCxnSpPr>
          <p:spPr>
            <a:xfrm>
              <a:off x="9160328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C6CBDCE-E46C-298B-FAAA-405B860C98D7}"/>
                </a:ext>
              </a:extLst>
            </p:cNvPr>
            <p:cNvCxnSpPr>
              <a:cxnSpLocks/>
            </p:cNvCxnSpPr>
            <p:nvPr/>
          </p:nvCxnSpPr>
          <p:spPr>
            <a:xfrm>
              <a:off x="9669235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0013F27-6139-A969-597C-DE9B8D755165}"/>
                </a:ext>
              </a:extLst>
            </p:cNvPr>
            <p:cNvCxnSpPr>
              <a:cxnSpLocks/>
            </p:cNvCxnSpPr>
            <p:nvPr/>
          </p:nvCxnSpPr>
          <p:spPr>
            <a:xfrm>
              <a:off x="10178142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7B58C7-7AEE-C5CA-277D-8FCC8510DB42}"/>
                </a:ext>
              </a:extLst>
            </p:cNvPr>
            <p:cNvCxnSpPr>
              <a:cxnSpLocks/>
            </p:cNvCxnSpPr>
            <p:nvPr/>
          </p:nvCxnSpPr>
          <p:spPr>
            <a:xfrm>
              <a:off x="10687050" y="234654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74BB14-7500-025F-67FD-AD676F4C8778}"/>
                </a:ext>
              </a:extLst>
            </p:cNvPr>
            <p:cNvCxnSpPr>
              <a:cxnSpLocks/>
            </p:cNvCxnSpPr>
            <p:nvPr/>
          </p:nvCxnSpPr>
          <p:spPr>
            <a:xfrm>
              <a:off x="7124700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4C38B38-43F7-7306-AB44-B0F24448407E}"/>
                </a:ext>
              </a:extLst>
            </p:cNvPr>
            <p:cNvCxnSpPr>
              <a:cxnSpLocks/>
            </p:cNvCxnSpPr>
            <p:nvPr/>
          </p:nvCxnSpPr>
          <p:spPr>
            <a:xfrm>
              <a:off x="7633607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8156A0-04E1-DFA8-20E2-592EF91A77F1}"/>
                </a:ext>
              </a:extLst>
            </p:cNvPr>
            <p:cNvCxnSpPr>
              <a:cxnSpLocks/>
            </p:cNvCxnSpPr>
            <p:nvPr/>
          </p:nvCxnSpPr>
          <p:spPr>
            <a:xfrm>
              <a:off x="8142514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02B4D4-F33C-EEF8-DFA3-4F636C2D20A1}"/>
                </a:ext>
              </a:extLst>
            </p:cNvPr>
            <p:cNvCxnSpPr>
              <a:cxnSpLocks/>
            </p:cNvCxnSpPr>
            <p:nvPr/>
          </p:nvCxnSpPr>
          <p:spPr>
            <a:xfrm>
              <a:off x="8651421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61DE1E7-BEB8-372F-4B0A-04D9C5F3CF3D}"/>
                </a:ext>
              </a:extLst>
            </p:cNvPr>
            <p:cNvCxnSpPr>
              <a:cxnSpLocks/>
            </p:cNvCxnSpPr>
            <p:nvPr/>
          </p:nvCxnSpPr>
          <p:spPr>
            <a:xfrm>
              <a:off x="9160328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B412365-27FD-6AED-7D40-36BC8336E0ED}"/>
                </a:ext>
              </a:extLst>
            </p:cNvPr>
            <p:cNvCxnSpPr>
              <a:cxnSpLocks/>
            </p:cNvCxnSpPr>
            <p:nvPr/>
          </p:nvCxnSpPr>
          <p:spPr>
            <a:xfrm>
              <a:off x="9669235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D55441-216C-912D-1A12-A7FCED5F7832}"/>
                </a:ext>
              </a:extLst>
            </p:cNvPr>
            <p:cNvCxnSpPr>
              <a:cxnSpLocks/>
            </p:cNvCxnSpPr>
            <p:nvPr/>
          </p:nvCxnSpPr>
          <p:spPr>
            <a:xfrm>
              <a:off x="10178142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84D4167-7D38-21B5-E053-A8E0D75773F1}"/>
                </a:ext>
              </a:extLst>
            </p:cNvPr>
            <p:cNvCxnSpPr>
              <a:cxnSpLocks/>
            </p:cNvCxnSpPr>
            <p:nvPr/>
          </p:nvCxnSpPr>
          <p:spPr>
            <a:xfrm>
              <a:off x="10687050" y="3523271"/>
              <a:ext cx="0" cy="18234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A28EAB4-BACC-3DC8-7376-DDA47769CEE4}"/>
                </a:ext>
              </a:extLst>
            </p:cNvPr>
            <p:cNvSpPr/>
            <p:nvPr/>
          </p:nvSpPr>
          <p:spPr>
            <a:xfrm flipV="1">
              <a:off x="7070878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B7DEDB-37E6-6662-CA43-F874EE2C8ADF}"/>
                </a:ext>
              </a:extLst>
            </p:cNvPr>
            <p:cNvSpPr/>
            <p:nvPr/>
          </p:nvSpPr>
          <p:spPr>
            <a:xfrm flipV="1">
              <a:off x="7579710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CEC3D5-BC43-766A-22CC-1BBCC3450782}"/>
                </a:ext>
              </a:extLst>
            </p:cNvPr>
            <p:cNvSpPr/>
            <p:nvPr/>
          </p:nvSpPr>
          <p:spPr>
            <a:xfrm flipV="1">
              <a:off x="8088542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AF3F8DA-9224-9193-5E71-52F78D7D8E6D}"/>
                </a:ext>
              </a:extLst>
            </p:cNvPr>
            <p:cNvSpPr/>
            <p:nvPr/>
          </p:nvSpPr>
          <p:spPr>
            <a:xfrm flipV="1">
              <a:off x="8597374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7457894-002F-DC8D-19ED-2CD39007F03C}"/>
                </a:ext>
              </a:extLst>
            </p:cNvPr>
            <p:cNvSpPr/>
            <p:nvPr/>
          </p:nvSpPr>
          <p:spPr>
            <a:xfrm flipV="1">
              <a:off x="9106206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3079CC1-F62A-C270-4BDA-69D50DF389A2}"/>
                </a:ext>
              </a:extLst>
            </p:cNvPr>
            <p:cNvSpPr/>
            <p:nvPr/>
          </p:nvSpPr>
          <p:spPr>
            <a:xfrm flipV="1">
              <a:off x="9615038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7DCBEE7-AD1F-6EA0-F876-DA09F60F99F4}"/>
                </a:ext>
              </a:extLst>
            </p:cNvPr>
            <p:cNvSpPr/>
            <p:nvPr/>
          </p:nvSpPr>
          <p:spPr>
            <a:xfrm flipV="1">
              <a:off x="10123870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5F6D8-DFFD-8EF5-D39C-E320EA1761D6}"/>
                </a:ext>
              </a:extLst>
            </p:cNvPr>
            <p:cNvSpPr/>
            <p:nvPr/>
          </p:nvSpPr>
          <p:spPr>
            <a:xfrm flipV="1">
              <a:off x="10632703" y="2383892"/>
              <a:ext cx="107644" cy="107644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D9D1D44-FAFE-3AF2-B142-E5BFA4C0D70F}"/>
                </a:ext>
              </a:extLst>
            </p:cNvPr>
            <p:cNvSpPr/>
            <p:nvPr/>
          </p:nvSpPr>
          <p:spPr>
            <a:xfrm>
              <a:off x="7099299" y="3577093"/>
              <a:ext cx="3641043" cy="7096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EBC7FA-EB21-3F75-9A9C-258340FC7B04}"/>
                </a:ext>
              </a:extLst>
            </p:cNvPr>
            <p:cNvSpPr txBox="1"/>
            <p:nvPr/>
          </p:nvSpPr>
          <p:spPr>
            <a:xfrm>
              <a:off x="8500240" y="2625269"/>
              <a:ext cx="6994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LM Sans 10" panose="00000500000000000000" pitchFamily="50" charset="0"/>
                </a:rPr>
                <a:t>(a)</a:t>
              </a:r>
              <a:endParaRPr lang="en-ID" dirty="0">
                <a:latin typeface="LM Sans 10" panose="00000500000000000000" pitchFamily="50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FEF417E-9787-3B45-5F36-2AA662A17AC7}"/>
                </a:ext>
              </a:extLst>
            </p:cNvPr>
            <p:cNvSpPr txBox="1"/>
            <p:nvPr/>
          </p:nvSpPr>
          <p:spPr>
            <a:xfrm>
              <a:off x="8500240" y="3798460"/>
              <a:ext cx="6994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LM Sans 10" panose="00000500000000000000" pitchFamily="50" charset="0"/>
                </a:rPr>
                <a:t>(b)</a:t>
              </a:r>
              <a:endParaRPr lang="en-ID" dirty="0">
                <a:latin typeface="LM Sans 10" panose="00000500000000000000" pitchFamily="50" charset="0"/>
              </a:endParaRP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52F7510-04BF-B768-BEAE-5AE1A85774A5}"/>
              </a:ext>
            </a:extLst>
          </p:cNvPr>
          <p:cNvSpPr/>
          <p:nvPr/>
        </p:nvSpPr>
        <p:spPr>
          <a:xfrm>
            <a:off x="3995475" y="2575847"/>
            <a:ext cx="613818" cy="638966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85F4EB9-991F-2F81-0C52-869C4C5E1B8C}"/>
              </a:ext>
            </a:extLst>
          </p:cNvPr>
          <p:cNvSpPr/>
          <p:nvPr/>
        </p:nvSpPr>
        <p:spPr>
          <a:xfrm flipV="1">
            <a:off x="4410029" y="1537719"/>
            <a:ext cx="613818" cy="387129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15E468-29DC-7A1A-1096-FD70284957B8}"/>
              </a:ext>
            </a:extLst>
          </p:cNvPr>
          <p:cNvSpPr txBox="1"/>
          <p:nvPr/>
        </p:nvSpPr>
        <p:spPr>
          <a:xfrm>
            <a:off x="4258134" y="1224731"/>
            <a:ext cx="1416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Statistik Uji</a:t>
            </a:r>
            <a:endParaRPr lang="en-ID" sz="16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F20128-62B2-B508-1482-D8486FB8D34E}"/>
              </a:ext>
            </a:extLst>
          </p:cNvPr>
          <p:cNvGrpSpPr/>
          <p:nvPr/>
        </p:nvGrpSpPr>
        <p:grpSpPr>
          <a:xfrm>
            <a:off x="4357975" y="302292"/>
            <a:ext cx="2768484" cy="623406"/>
            <a:chOff x="5008777" y="302292"/>
            <a:chExt cx="2768484" cy="62340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38B14DF-51E9-EDB7-68FB-B3760CE1B229}"/>
                </a:ext>
              </a:extLst>
            </p:cNvPr>
            <p:cNvSpPr/>
            <p:nvPr/>
          </p:nvSpPr>
          <p:spPr>
            <a:xfrm>
              <a:off x="5008777" y="336550"/>
              <a:ext cx="254000" cy="254000"/>
            </a:xfrm>
            <a:prstGeom prst="rect">
              <a:avLst/>
            </a:prstGeom>
            <a:solidFill>
              <a:srgbClr val="8497B0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725C7C3-7616-1E11-F9FF-4014977CE56A}"/>
                </a:ext>
              </a:extLst>
            </p:cNvPr>
            <p:cNvSpPr/>
            <p:nvPr/>
          </p:nvSpPr>
          <p:spPr>
            <a:xfrm>
              <a:off x="5008777" y="646718"/>
              <a:ext cx="254000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882E968-55CC-8DE5-18BE-CE7B13E52194}"/>
                </a:ext>
              </a:extLst>
            </p:cNvPr>
            <p:cNvSpPr txBox="1"/>
            <p:nvPr/>
          </p:nvSpPr>
          <p:spPr>
            <a:xfrm>
              <a:off x="5262777" y="302292"/>
              <a:ext cx="25144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wilayah kritis (α atau α/2)</a:t>
              </a:r>
              <a:endParaRPr lang="en-ID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2CA9663-5A2F-C4B1-204E-585EA14364E1}"/>
                </a:ext>
              </a:extLst>
            </p:cNvPr>
            <p:cNvSpPr txBox="1"/>
            <p:nvPr/>
          </p:nvSpPr>
          <p:spPr>
            <a:xfrm>
              <a:off x="5262777" y="617921"/>
              <a:ext cx="19470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4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p-value</a:t>
              </a:r>
              <a:endParaRPr lang="en-ID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775D1A15-2E80-9D27-4A91-3678AD35F232}"/>
              </a:ext>
            </a:extLst>
          </p:cNvPr>
          <p:cNvSpPr txBox="1"/>
          <p:nvPr/>
        </p:nvSpPr>
        <p:spPr>
          <a:xfrm>
            <a:off x="2590150" y="2759996"/>
            <a:ext cx="528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6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(a)</a:t>
            </a:r>
            <a:endParaRPr lang="en-ID" sz="16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06FCC16-1F36-C950-0DF0-E3322E1ED00A}"/>
              </a:ext>
            </a:extLst>
          </p:cNvPr>
          <p:cNvGrpSpPr/>
          <p:nvPr/>
        </p:nvGrpSpPr>
        <p:grpSpPr>
          <a:xfrm>
            <a:off x="5504046" y="679122"/>
            <a:ext cx="4601704" cy="2961915"/>
            <a:chOff x="5504046" y="679122"/>
            <a:chExt cx="4601704" cy="296191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C680B10-C07D-56F4-3E24-37DCF23AB14C}"/>
                </a:ext>
              </a:extLst>
            </p:cNvPr>
            <p:cNvSpPr txBox="1"/>
            <p:nvPr/>
          </p:nvSpPr>
          <p:spPr>
            <a:xfrm>
              <a:off x="8688850" y="3302483"/>
              <a:ext cx="14169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titik kritis</a:t>
              </a:r>
              <a:endParaRPr lang="en-ID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DA1E95A-B201-25F8-89E4-D2105ED969E8}"/>
                </a:ext>
              </a:extLst>
            </p:cNvPr>
            <p:cNvGrpSpPr/>
            <p:nvPr/>
          </p:nvGrpSpPr>
          <p:grpSpPr>
            <a:xfrm>
              <a:off x="5504046" y="679122"/>
              <a:ext cx="4231033" cy="2573934"/>
              <a:chOff x="6012418" y="652474"/>
              <a:chExt cx="4231033" cy="2573934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67443B9-4CD9-C77D-0882-12BC14BE775A}"/>
                  </a:ext>
                </a:extLst>
              </p:cNvPr>
              <p:cNvGrpSpPr/>
              <p:nvPr/>
            </p:nvGrpSpPr>
            <p:grpSpPr>
              <a:xfrm>
                <a:off x="6012418" y="652474"/>
                <a:ext cx="4106244" cy="1845758"/>
                <a:chOff x="1299617" y="1021828"/>
                <a:chExt cx="5309989" cy="1819859"/>
              </a:xfrm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55DF59E-4DFE-BD5A-1D07-EA7AAC02E942}"/>
                    </a:ext>
                  </a:extLst>
                </p:cNvPr>
                <p:cNvSpPr/>
                <p:nvPr/>
              </p:nvSpPr>
              <p:spPr>
                <a:xfrm flipH="1">
                  <a:off x="5530448" y="2445048"/>
                  <a:ext cx="1072161" cy="395674"/>
                </a:xfrm>
                <a:custGeom>
                  <a:avLst/>
                  <a:gdLst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48856 h 198310"/>
                    <a:gd name="connsiteX5" fmla="*/ 123413 w 221146"/>
                    <a:gd name="connsiteY5" fmla="*/ 34222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34222 h 198310"/>
                    <a:gd name="connsiteX6" fmla="*/ 221146 w 221146"/>
                    <a:gd name="connsiteY6" fmla="*/ 0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48509 h 198310"/>
                    <a:gd name="connsiteX6" fmla="*/ 221146 w 221146"/>
                    <a:gd name="connsiteY6" fmla="*/ 0 h 198310"/>
                    <a:gd name="connsiteX0" fmla="*/ 227303 w 227303"/>
                    <a:gd name="connsiteY0" fmla="*/ 0 h 282383"/>
                    <a:gd name="connsiteX1" fmla="*/ 221146 w 227303"/>
                    <a:gd name="connsiteY1" fmla="*/ 282383 h 282383"/>
                    <a:gd name="connsiteX2" fmla="*/ 122108 w 227303"/>
                    <a:gd name="connsiteY2" fmla="*/ 282078 h 282383"/>
                    <a:gd name="connsiteX3" fmla="*/ 4220 w 227303"/>
                    <a:gd name="connsiteY3" fmla="*/ 281541 h 282383"/>
                    <a:gd name="connsiteX4" fmla="*/ 0 w 227303"/>
                    <a:gd name="connsiteY4" fmla="*/ 166266 h 282383"/>
                    <a:gd name="connsiteX5" fmla="*/ 123413 w 227303"/>
                    <a:gd name="connsiteY5" fmla="*/ 132582 h 282383"/>
                    <a:gd name="connsiteX6" fmla="*/ 227303 w 227303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20774 w 224664"/>
                    <a:gd name="connsiteY5" fmla="*/ 132582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7302"/>
                    <a:gd name="connsiteY0" fmla="*/ 0 h 282078"/>
                    <a:gd name="connsiteX1" fmla="*/ 227302 w 227302"/>
                    <a:gd name="connsiteY1" fmla="*/ 277288 h 282078"/>
                    <a:gd name="connsiteX2" fmla="*/ 119469 w 227302"/>
                    <a:gd name="connsiteY2" fmla="*/ 282078 h 282078"/>
                    <a:gd name="connsiteX3" fmla="*/ 1581 w 227302"/>
                    <a:gd name="connsiteY3" fmla="*/ 281541 h 282078"/>
                    <a:gd name="connsiteX4" fmla="*/ 0 w 227302"/>
                    <a:gd name="connsiteY4" fmla="*/ 181552 h 282078"/>
                    <a:gd name="connsiteX5" fmla="*/ 103183 w 227302"/>
                    <a:gd name="connsiteY5" fmla="*/ 147868 h 282078"/>
                    <a:gd name="connsiteX6" fmla="*/ 224664 w 227302"/>
                    <a:gd name="connsiteY6" fmla="*/ 0 h 282078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65702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942 w 227556"/>
                    <a:gd name="connsiteY5" fmla="*/ 166958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45607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623 w 227556"/>
                    <a:gd name="connsiteY5" fmla="*/ 134303 h 299912"/>
                    <a:gd name="connsiteX6" fmla="*/ 227303 w 227556"/>
                    <a:gd name="connsiteY6" fmla="*/ 0 h 299912"/>
                    <a:gd name="connsiteX0" fmla="*/ 225722 w 225975"/>
                    <a:gd name="connsiteY0" fmla="*/ 0 h 299912"/>
                    <a:gd name="connsiteX1" fmla="*/ 225721 w 225975"/>
                    <a:gd name="connsiteY1" fmla="*/ 295122 h 299912"/>
                    <a:gd name="connsiteX2" fmla="*/ 117888 w 225975"/>
                    <a:gd name="connsiteY2" fmla="*/ 299912 h 299912"/>
                    <a:gd name="connsiteX3" fmla="*/ 0 w 225975"/>
                    <a:gd name="connsiteY3" fmla="*/ 299375 h 299912"/>
                    <a:gd name="connsiteX4" fmla="*/ 1497 w 225975"/>
                    <a:gd name="connsiteY4" fmla="*/ 174267 h 299912"/>
                    <a:gd name="connsiteX5" fmla="*/ 102042 w 225975"/>
                    <a:gd name="connsiteY5" fmla="*/ 134303 h 299912"/>
                    <a:gd name="connsiteX6" fmla="*/ 225722 w 225975"/>
                    <a:gd name="connsiteY6" fmla="*/ 0 h 299912"/>
                    <a:gd name="connsiteX0" fmla="*/ 226864 w 227117"/>
                    <a:gd name="connsiteY0" fmla="*/ 0 h 299912"/>
                    <a:gd name="connsiteX1" fmla="*/ 226863 w 227117"/>
                    <a:gd name="connsiteY1" fmla="*/ 295122 h 299912"/>
                    <a:gd name="connsiteX2" fmla="*/ 119030 w 227117"/>
                    <a:gd name="connsiteY2" fmla="*/ 299912 h 299912"/>
                    <a:gd name="connsiteX3" fmla="*/ 1142 w 227117"/>
                    <a:gd name="connsiteY3" fmla="*/ 299375 h 299912"/>
                    <a:gd name="connsiteX4" fmla="*/ 0 w 227117"/>
                    <a:gd name="connsiteY4" fmla="*/ 174267 h 299912"/>
                    <a:gd name="connsiteX5" fmla="*/ 103184 w 227117"/>
                    <a:gd name="connsiteY5" fmla="*/ 134303 h 299912"/>
                    <a:gd name="connsiteX6" fmla="*/ 226864 w 227117"/>
                    <a:gd name="connsiteY6" fmla="*/ 0 h 299912"/>
                    <a:gd name="connsiteX0" fmla="*/ 229680 w 229933"/>
                    <a:gd name="connsiteY0" fmla="*/ 0 h 299912"/>
                    <a:gd name="connsiteX1" fmla="*/ 229679 w 229933"/>
                    <a:gd name="connsiteY1" fmla="*/ 295122 h 299912"/>
                    <a:gd name="connsiteX2" fmla="*/ 121846 w 229933"/>
                    <a:gd name="connsiteY2" fmla="*/ 299912 h 299912"/>
                    <a:gd name="connsiteX3" fmla="*/ 0 w 229933"/>
                    <a:gd name="connsiteY3" fmla="*/ 299375 h 299912"/>
                    <a:gd name="connsiteX4" fmla="*/ 2816 w 229933"/>
                    <a:gd name="connsiteY4" fmla="*/ 174267 h 299912"/>
                    <a:gd name="connsiteX5" fmla="*/ 106000 w 229933"/>
                    <a:gd name="connsiteY5" fmla="*/ 134303 h 299912"/>
                    <a:gd name="connsiteX6" fmla="*/ 229680 w 229933"/>
                    <a:gd name="connsiteY6" fmla="*/ 0 h 299912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9078 w 229679"/>
                    <a:gd name="connsiteY5" fmla="*/ 148119 h 317495"/>
                    <a:gd name="connsiteX6" fmla="*/ 227921 w 229679"/>
                    <a:gd name="connsiteY6" fmla="*/ 0 h 317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9679" h="317495">
                      <a:moveTo>
                        <a:pt x="227921" y="0"/>
                      </a:moveTo>
                      <a:cubicBezTo>
                        <a:pt x="228800" y="92429"/>
                        <a:pt x="228800" y="220276"/>
                        <a:pt x="229679" y="312705"/>
                      </a:cubicBezTo>
                      <a:lnTo>
                        <a:pt x="121846" y="317495"/>
                      </a:lnTo>
                      <a:lnTo>
                        <a:pt x="0" y="316958"/>
                      </a:lnTo>
                      <a:cubicBezTo>
                        <a:pt x="1095" y="282525"/>
                        <a:pt x="3540" y="293762"/>
                        <a:pt x="2816" y="191850"/>
                      </a:cubicBezTo>
                      <a:cubicBezTo>
                        <a:pt x="43912" y="192202"/>
                        <a:pt x="71561" y="180094"/>
                        <a:pt x="109078" y="148119"/>
                      </a:cubicBezTo>
                      <a:cubicBezTo>
                        <a:pt x="146596" y="116144"/>
                        <a:pt x="189187" y="77841"/>
                        <a:pt x="227921" y="0"/>
                      </a:cubicBezTo>
                      <a:close/>
                    </a:path>
                  </a:pathLst>
                </a:custGeom>
                <a:solidFill>
                  <a:srgbClr val="8497B0">
                    <a:alpha val="5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>
                    <a:latin typeface="Average Sans" panose="02000503040000020003" pitchFamily="2" charset="0"/>
                  </a:endParaRPr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655D7A7-B90A-717B-CC4A-D8A9B4AA55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42215" y="1021828"/>
                  <a:ext cx="0" cy="1776631"/>
                </a:xfrm>
                <a:prstGeom prst="line">
                  <a:avLst/>
                </a:prstGeom>
                <a:ln w="1905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A741ED39-39EF-BB54-4B47-05A01F2582E8}"/>
                    </a:ext>
                  </a:extLst>
                </p:cNvPr>
                <p:cNvSpPr/>
                <p:nvPr/>
              </p:nvSpPr>
              <p:spPr>
                <a:xfrm flipH="1">
                  <a:off x="5106512" y="2162186"/>
                  <a:ext cx="1496097" cy="679501"/>
                </a:xfrm>
                <a:custGeom>
                  <a:avLst/>
                  <a:gdLst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48856 h 198310"/>
                    <a:gd name="connsiteX5" fmla="*/ 123413 w 221146"/>
                    <a:gd name="connsiteY5" fmla="*/ 34222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34222 h 198310"/>
                    <a:gd name="connsiteX6" fmla="*/ 221146 w 221146"/>
                    <a:gd name="connsiteY6" fmla="*/ 0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48509 h 198310"/>
                    <a:gd name="connsiteX6" fmla="*/ 221146 w 221146"/>
                    <a:gd name="connsiteY6" fmla="*/ 0 h 198310"/>
                    <a:gd name="connsiteX0" fmla="*/ 227303 w 227303"/>
                    <a:gd name="connsiteY0" fmla="*/ 0 h 282383"/>
                    <a:gd name="connsiteX1" fmla="*/ 221146 w 227303"/>
                    <a:gd name="connsiteY1" fmla="*/ 282383 h 282383"/>
                    <a:gd name="connsiteX2" fmla="*/ 122108 w 227303"/>
                    <a:gd name="connsiteY2" fmla="*/ 282078 h 282383"/>
                    <a:gd name="connsiteX3" fmla="*/ 4220 w 227303"/>
                    <a:gd name="connsiteY3" fmla="*/ 281541 h 282383"/>
                    <a:gd name="connsiteX4" fmla="*/ 0 w 227303"/>
                    <a:gd name="connsiteY4" fmla="*/ 166266 h 282383"/>
                    <a:gd name="connsiteX5" fmla="*/ 123413 w 227303"/>
                    <a:gd name="connsiteY5" fmla="*/ 132582 h 282383"/>
                    <a:gd name="connsiteX6" fmla="*/ 227303 w 227303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20774 w 224664"/>
                    <a:gd name="connsiteY5" fmla="*/ 132582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7302"/>
                    <a:gd name="connsiteY0" fmla="*/ 0 h 282078"/>
                    <a:gd name="connsiteX1" fmla="*/ 227302 w 227302"/>
                    <a:gd name="connsiteY1" fmla="*/ 277288 h 282078"/>
                    <a:gd name="connsiteX2" fmla="*/ 119469 w 227302"/>
                    <a:gd name="connsiteY2" fmla="*/ 282078 h 282078"/>
                    <a:gd name="connsiteX3" fmla="*/ 1581 w 227302"/>
                    <a:gd name="connsiteY3" fmla="*/ 281541 h 282078"/>
                    <a:gd name="connsiteX4" fmla="*/ 0 w 227302"/>
                    <a:gd name="connsiteY4" fmla="*/ 181552 h 282078"/>
                    <a:gd name="connsiteX5" fmla="*/ 103183 w 227302"/>
                    <a:gd name="connsiteY5" fmla="*/ 147868 h 282078"/>
                    <a:gd name="connsiteX6" fmla="*/ 224664 w 227302"/>
                    <a:gd name="connsiteY6" fmla="*/ 0 h 282078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65702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942 w 227556"/>
                    <a:gd name="connsiteY5" fmla="*/ 166958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45607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623 w 227556"/>
                    <a:gd name="connsiteY5" fmla="*/ 134303 h 299912"/>
                    <a:gd name="connsiteX6" fmla="*/ 227303 w 227556"/>
                    <a:gd name="connsiteY6" fmla="*/ 0 h 299912"/>
                    <a:gd name="connsiteX0" fmla="*/ 225722 w 225975"/>
                    <a:gd name="connsiteY0" fmla="*/ 0 h 299912"/>
                    <a:gd name="connsiteX1" fmla="*/ 225721 w 225975"/>
                    <a:gd name="connsiteY1" fmla="*/ 295122 h 299912"/>
                    <a:gd name="connsiteX2" fmla="*/ 117888 w 225975"/>
                    <a:gd name="connsiteY2" fmla="*/ 299912 h 299912"/>
                    <a:gd name="connsiteX3" fmla="*/ 0 w 225975"/>
                    <a:gd name="connsiteY3" fmla="*/ 299375 h 299912"/>
                    <a:gd name="connsiteX4" fmla="*/ 1497 w 225975"/>
                    <a:gd name="connsiteY4" fmla="*/ 174267 h 299912"/>
                    <a:gd name="connsiteX5" fmla="*/ 102042 w 225975"/>
                    <a:gd name="connsiteY5" fmla="*/ 134303 h 299912"/>
                    <a:gd name="connsiteX6" fmla="*/ 225722 w 225975"/>
                    <a:gd name="connsiteY6" fmla="*/ 0 h 299912"/>
                    <a:gd name="connsiteX0" fmla="*/ 226864 w 227117"/>
                    <a:gd name="connsiteY0" fmla="*/ 0 h 299912"/>
                    <a:gd name="connsiteX1" fmla="*/ 226863 w 227117"/>
                    <a:gd name="connsiteY1" fmla="*/ 295122 h 299912"/>
                    <a:gd name="connsiteX2" fmla="*/ 119030 w 227117"/>
                    <a:gd name="connsiteY2" fmla="*/ 299912 h 299912"/>
                    <a:gd name="connsiteX3" fmla="*/ 1142 w 227117"/>
                    <a:gd name="connsiteY3" fmla="*/ 299375 h 299912"/>
                    <a:gd name="connsiteX4" fmla="*/ 0 w 227117"/>
                    <a:gd name="connsiteY4" fmla="*/ 174267 h 299912"/>
                    <a:gd name="connsiteX5" fmla="*/ 103184 w 227117"/>
                    <a:gd name="connsiteY5" fmla="*/ 134303 h 299912"/>
                    <a:gd name="connsiteX6" fmla="*/ 226864 w 227117"/>
                    <a:gd name="connsiteY6" fmla="*/ 0 h 299912"/>
                    <a:gd name="connsiteX0" fmla="*/ 229680 w 229933"/>
                    <a:gd name="connsiteY0" fmla="*/ 0 h 299912"/>
                    <a:gd name="connsiteX1" fmla="*/ 229679 w 229933"/>
                    <a:gd name="connsiteY1" fmla="*/ 295122 h 299912"/>
                    <a:gd name="connsiteX2" fmla="*/ 121846 w 229933"/>
                    <a:gd name="connsiteY2" fmla="*/ 299912 h 299912"/>
                    <a:gd name="connsiteX3" fmla="*/ 0 w 229933"/>
                    <a:gd name="connsiteY3" fmla="*/ 299375 h 299912"/>
                    <a:gd name="connsiteX4" fmla="*/ 2816 w 229933"/>
                    <a:gd name="connsiteY4" fmla="*/ 174267 h 299912"/>
                    <a:gd name="connsiteX5" fmla="*/ 106000 w 229933"/>
                    <a:gd name="connsiteY5" fmla="*/ 134303 h 299912"/>
                    <a:gd name="connsiteX6" fmla="*/ 229680 w 229933"/>
                    <a:gd name="connsiteY6" fmla="*/ 0 h 299912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9078 w 229679"/>
                    <a:gd name="connsiteY5" fmla="*/ 148119 h 317495"/>
                    <a:gd name="connsiteX6" fmla="*/ 227921 w 229679"/>
                    <a:gd name="connsiteY6" fmla="*/ 0 h 317495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09078 w 229868"/>
                    <a:gd name="connsiteY5" fmla="*/ 7451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09920 w 229868"/>
                    <a:gd name="connsiteY5" fmla="*/ 1171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14975 w 229868"/>
                    <a:gd name="connsiteY5" fmla="*/ 31314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14975 w 229868"/>
                    <a:gd name="connsiteY5" fmla="*/ 31314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15818 w 229868"/>
                    <a:gd name="connsiteY5" fmla="*/ 36338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7871 w 229868"/>
                    <a:gd name="connsiteY4" fmla="*/ 46159 h 176827"/>
                    <a:gd name="connsiteX5" fmla="*/ 115818 w 229868"/>
                    <a:gd name="connsiteY5" fmla="*/ 36338 h 176827"/>
                    <a:gd name="connsiteX6" fmla="*/ 229606 w 229868"/>
                    <a:gd name="connsiteY6" fmla="*/ 0 h 176827"/>
                    <a:gd name="connsiteX0" fmla="*/ 613777 w 613778"/>
                    <a:gd name="connsiteY0" fmla="*/ 0 h 545243"/>
                    <a:gd name="connsiteX1" fmla="*/ 229679 w 613778"/>
                    <a:gd name="connsiteY1" fmla="*/ 540453 h 545243"/>
                    <a:gd name="connsiteX2" fmla="*/ 121846 w 613778"/>
                    <a:gd name="connsiteY2" fmla="*/ 545243 h 545243"/>
                    <a:gd name="connsiteX3" fmla="*/ 0 w 613778"/>
                    <a:gd name="connsiteY3" fmla="*/ 544706 h 545243"/>
                    <a:gd name="connsiteX4" fmla="*/ 7871 w 613778"/>
                    <a:gd name="connsiteY4" fmla="*/ 414575 h 545243"/>
                    <a:gd name="connsiteX5" fmla="*/ 115818 w 613778"/>
                    <a:gd name="connsiteY5" fmla="*/ 404754 h 545243"/>
                    <a:gd name="connsiteX6" fmla="*/ 613777 w 613778"/>
                    <a:gd name="connsiteY6" fmla="*/ 0 h 545243"/>
                    <a:gd name="connsiteX0" fmla="*/ 613777 w 627330"/>
                    <a:gd name="connsiteY0" fmla="*/ 0 h 545243"/>
                    <a:gd name="connsiteX1" fmla="*/ 627330 w 627330"/>
                    <a:gd name="connsiteY1" fmla="*/ 533755 h 545243"/>
                    <a:gd name="connsiteX2" fmla="*/ 121846 w 627330"/>
                    <a:gd name="connsiteY2" fmla="*/ 545243 h 545243"/>
                    <a:gd name="connsiteX3" fmla="*/ 0 w 627330"/>
                    <a:gd name="connsiteY3" fmla="*/ 544706 h 545243"/>
                    <a:gd name="connsiteX4" fmla="*/ 7871 w 627330"/>
                    <a:gd name="connsiteY4" fmla="*/ 414575 h 545243"/>
                    <a:gd name="connsiteX5" fmla="*/ 115818 w 627330"/>
                    <a:gd name="connsiteY5" fmla="*/ 404754 h 545243"/>
                    <a:gd name="connsiteX6" fmla="*/ 613777 w 627330"/>
                    <a:gd name="connsiteY6" fmla="*/ 0 h 545243"/>
                    <a:gd name="connsiteX0" fmla="*/ 613777 w 613819"/>
                    <a:gd name="connsiteY0" fmla="*/ 0 h 545243"/>
                    <a:gd name="connsiteX1" fmla="*/ 602617 w 613819"/>
                    <a:gd name="connsiteY1" fmla="*/ 523708 h 545243"/>
                    <a:gd name="connsiteX2" fmla="*/ 121846 w 613819"/>
                    <a:gd name="connsiteY2" fmla="*/ 545243 h 545243"/>
                    <a:gd name="connsiteX3" fmla="*/ 0 w 613819"/>
                    <a:gd name="connsiteY3" fmla="*/ 544706 h 545243"/>
                    <a:gd name="connsiteX4" fmla="*/ 7871 w 613819"/>
                    <a:gd name="connsiteY4" fmla="*/ 414575 h 545243"/>
                    <a:gd name="connsiteX5" fmla="*/ 115818 w 613819"/>
                    <a:gd name="connsiteY5" fmla="*/ 404754 h 545243"/>
                    <a:gd name="connsiteX6" fmla="*/ 613777 w 613819"/>
                    <a:gd name="connsiteY6" fmla="*/ 0 h 545243"/>
                    <a:gd name="connsiteX0" fmla="*/ 613777 w 618343"/>
                    <a:gd name="connsiteY0" fmla="*/ 0 h 545243"/>
                    <a:gd name="connsiteX1" fmla="*/ 618343 w 618343"/>
                    <a:gd name="connsiteY1" fmla="*/ 527057 h 545243"/>
                    <a:gd name="connsiteX2" fmla="*/ 121846 w 618343"/>
                    <a:gd name="connsiteY2" fmla="*/ 545243 h 545243"/>
                    <a:gd name="connsiteX3" fmla="*/ 0 w 618343"/>
                    <a:gd name="connsiteY3" fmla="*/ 544706 h 545243"/>
                    <a:gd name="connsiteX4" fmla="*/ 7871 w 618343"/>
                    <a:gd name="connsiteY4" fmla="*/ 414575 h 545243"/>
                    <a:gd name="connsiteX5" fmla="*/ 115818 w 618343"/>
                    <a:gd name="connsiteY5" fmla="*/ 404754 h 545243"/>
                    <a:gd name="connsiteX6" fmla="*/ 613777 w 618343"/>
                    <a:gd name="connsiteY6" fmla="*/ 0 h 545243"/>
                    <a:gd name="connsiteX0" fmla="*/ 613777 w 618343"/>
                    <a:gd name="connsiteY0" fmla="*/ 0 h 545243"/>
                    <a:gd name="connsiteX1" fmla="*/ 618343 w 618343"/>
                    <a:gd name="connsiteY1" fmla="*/ 534592 h 545243"/>
                    <a:gd name="connsiteX2" fmla="*/ 121846 w 618343"/>
                    <a:gd name="connsiteY2" fmla="*/ 545243 h 545243"/>
                    <a:gd name="connsiteX3" fmla="*/ 0 w 618343"/>
                    <a:gd name="connsiteY3" fmla="*/ 544706 h 545243"/>
                    <a:gd name="connsiteX4" fmla="*/ 7871 w 618343"/>
                    <a:gd name="connsiteY4" fmla="*/ 414575 h 545243"/>
                    <a:gd name="connsiteX5" fmla="*/ 115818 w 618343"/>
                    <a:gd name="connsiteY5" fmla="*/ 404754 h 545243"/>
                    <a:gd name="connsiteX6" fmla="*/ 613777 w 618343"/>
                    <a:gd name="connsiteY6" fmla="*/ 0 h 545243"/>
                    <a:gd name="connsiteX0" fmla="*/ 613777 w 613837"/>
                    <a:gd name="connsiteY0" fmla="*/ 0 h 545243"/>
                    <a:gd name="connsiteX1" fmla="*/ 606548 w 613837"/>
                    <a:gd name="connsiteY1" fmla="*/ 539615 h 545243"/>
                    <a:gd name="connsiteX2" fmla="*/ 121846 w 613837"/>
                    <a:gd name="connsiteY2" fmla="*/ 545243 h 545243"/>
                    <a:gd name="connsiteX3" fmla="*/ 0 w 613837"/>
                    <a:gd name="connsiteY3" fmla="*/ 544706 h 545243"/>
                    <a:gd name="connsiteX4" fmla="*/ 7871 w 613837"/>
                    <a:gd name="connsiteY4" fmla="*/ 414575 h 545243"/>
                    <a:gd name="connsiteX5" fmla="*/ 115818 w 613837"/>
                    <a:gd name="connsiteY5" fmla="*/ 404754 h 545243"/>
                    <a:gd name="connsiteX6" fmla="*/ 613777 w 613837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115818 w 613984"/>
                    <a:gd name="connsiteY5" fmla="*/ 404754 h 545243"/>
                    <a:gd name="connsiteX6" fmla="*/ 613777 w 613984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331493 w 613984"/>
                    <a:gd name="connsiteY5" fmla="*/ 321860 h 545243"/>
                    <a:gd name="connsiteX6" fmla="*/ 613777 w 613984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331493 w 613984"/>
                    <a:gd name="connsiteY5" fmla="*/ 321860 h 545243"/>
                    <a:gd name="connsiteX6" fmla="*/ 613777 w 613984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331493 w 613984"/>
                    <a:gd name="connsiteY5" fmla="*/ 321860 h 545243"/>
                    <a:gd name="connsiteX6" fmla="*/ 613777 w 613984"/>
                    <a:gd name="connsiteY6" fmla="*/ 0 h 545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13984" h="545243">
                      <a:moveTo>
                        <a:pt x="613777" y="0"/>
                      </a:moveTo>
                      <a:cubicBezTo>
                        <a:pt x="614656" y="92429"/>
                        <a:pt x="612409" y="439650"/>
                        <a:pt x="613288" y="532079"/>
                      </a:cubicBezTo>
                      <a:lnTo>
                        <a:pt x="121846" y="545243"/>
                      </a:lnTo>
                      <a:lnTo>
                        <a:pt x="0" y="544706"/>
                      </a:lnTo>
                      <a:cubicBezTo>
                        <a:pt x="1095" y="510273"/>
                        <a:pt x="8595" y="516487"/>
                        <a:pt x="7871" y="414575"/>
                      </a:cubicBezTo>
                      <a:cubicBezTo>
                        <a:pt x="48967" y="414927"/>
                        <a:pt x="215344" y="395980"/>
                        <a:pt x="331493" y="321860"/>
                      </a:cubicBezTo>
                      <a:cubicBezTo>
                        <a:pt x="434640" y="256037"/>
                        <a:pt x="525336" y="131847"/>
                        <a:pt x="613777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 dirty="0">
                    <a:latin typeface="Average Sans" panose="02000503040000020003" pitchFamily="2" charset="0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E478625-E4F0-5767-5FBC-EAC03F6979D3}"/>
                    </a:ext>
                  </a:extLst>
                </p:cNvPr>
                <p:cNvSpPr/>
                <p:nvPr/>
              </p:nvSpPr>
              <p:spPr>
                <a:xfrm>
                  <a:off x="1312197" y="1258966"/>
                  <a:ext cx="5278264" cy="1420016"/>
                </a:xfrm>
                <a:custGeom>
                  <a:avLst/>
                  <a:gdLst>
                    <a:gd name="connsiteX0" fmla="*/ 0 w 2832847"/>
                    <a:gd name="connsiteY0" fmla="*/ 609602 h 609602"/>
                    <a:gd name="connsiteX1" fmla="*/ 1246094 w 2832847"/>
                    <a:gd name="connsiteY1" fmla="*/ 2 h 609602"/>
                    <a:gd name="connsiteX2" fmla="*/ 2832847 w 2832847"/>
                    <a:gd name="connsiteY2" fmla="*/ 600637 h 609602"/>
                    <a:gd name="connsiteX3" fmla="*/ 2832847 w 2832847"/>
                    <a:gd name="connsiteY3" fmla="*/ 600637 h 609602"/>
                    <a:gd name="connsiteX0" fmla="*/ 0 w 2832847"/>
                    <a:gd name="connsiteY0" fmla="*/ 609602 h 609602"/>
                    <a:gd name="connsiteX1" fmla="*/ 1246094 w 2832847"/>
                    <a:gd name="connsiteY1" fmla="*/ 2 h 609602"/>
                    <a:gd name="connsiteX2" fmla="*/ 2832847 w 2832847"/>
                    <a:gd name="connsiteY2" fmla="*/ 600637 h 609602"/>
                    <a:gd name="connsiteX3" fmla="*/ 2832847 w 2832847"/>
                    <a:gd name="connsiteY3" fmla="*/ 600637 h 609602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3" fmla="*/ 2832847 w 2832847"/>
                    <a:gd name="connsiteY3" fmla="*/ 986119 h 995084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3" fmla="*/ 1594597 w 2832847"/>
                    <a:gd name="connsiteY3" fmla="*/ 933731 h 995084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3" fmla="*/ 1594597 w 2832847"/>
                    <a:gd name="connsiteY3" fmla="*/ 933731 h 995084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0" fmla="*/ 0 w 2280397"/>
                    <a:gd name="connsiteY0" fmla="*/ 995378 h 995378"/>
                    <a:gd name="connsiteX1" fmla="*/ 1344706 w 2280397"/>
                    <a:gd name="connsiteY1" fmla="*/ 295 h 995378"/>
                    <a:gd name="connsiteX2" fmla="*/ 2280397 w 2280397"/>
                    <a:gd name="connsiteY2" fmla="*/ 881638 h 995378"/>
                    <a:gd name="connsiteX0" fmla="*/ 0 w 2018459"/>
                    <a:gd name="connsiteY0" fmla="*/ 1045611 h 1045611"/>
                    <a:gd name="connsiteX1" fmla="*/ 1344706 w 2018459"/>
                    <a:gd name="connsiteY1" fmla="*/ 50528 h 1045611"/>
                    <a:gd name="connsiteX2" fmla="*/ 2018459 w 2018459"/>
                    <a:gd name="connsiteY2" fmla="*/ 136534 h 1045611"/>
                    <a:gd name="connsiteX0" fmla="*/ 0 w 2018459"/>
                    <a:gd name="connsiteY0" fmla="*/ 1032402 h 1032402"/>
                    <a:gd name="connsiteX1" fmla="*/ 1344706 w 2018459"/>
                    <a:gd name="connsiteY1" fmla="*/ 37319 h 1032402"/>
                    <a:gd name="connsiteX2" fmla="*/ 2018459 w 2018459"/>
                    <a:gd name="connsiteY2" fmla="*/ 194762 h 1032402"/>
                    <a:gd name="connsiteX0" fmla="*/ 0 w 2304209"/>
                    <a:gd name="connsiteY0" fmla="*/ 998789 h 998789"/>
                    <a:gd name="connsiteX1" fmla="*/ 1344706 w 2304209"/>
                    <a:gd name="connsiteY1" fmla="*/ 3706 h 998789"/>
                    <a:gd name="connsiteX2" fmla="*/ 2304209 w 2304209"/>
                    <a:gd name="connsiteY2" fmla="*/ 637399 h 998789"/>
                    <a:gd name="connsiteX0" fmla="*/ 0 w 2380409"/>
                    <a:gd name="connsiteY0" fmla="*/ 995781 h 995781"/>
                    <a:gd name="connsiteX1" fmla="*/ 1344706 w 2380409"/>
                    <a:gd name="connsiteY1" fmla="*/ 698 h 995781"/>
                    <a:gd name="connsiteX2" fmla="*/ 2380409 w 2380409"/>
                    <a:gd name="connsiteY2" fmla="*/ 824891 h 995781"/>
                    <a:gd name="connsiteX0" fmla="*/ 0 w 2380409"/>
                    <a:gd name="connsiteY0" fmla="*/ 995781 h 995781"/>
                    <a:gd name="connsiteX1" fmla="*/ 1344706 w 2380409"/>
                    <a:gd name="connsiteY1" fmla="*/ 698 h 995781"/>
                    <a:gd name="connsiteX2" fmla="*/ 2380409 w 2380409"/>
                    <a:gd name="connsiteY2" fmla="*/ 824891 h 995781"/>
                    <a:gd name="connsiteX0" fmla="*/ 0 w 1344706"/>
                    <a:gd name="connsiteY0" fmla="*/ 995083 h 995083"/>
                    <a:gd name="connsiteX1" fmla="*/ 1344706 w 1344706"/>
                    <a:gd name="connsiteY1" fmla="*/ 0 h 995083"/>
                    <a:gd name="connsiteX0" fmla="*/ 0 w 1446677"/>
                    <a:gd name="connsiteY0" fmla="*/ 1067623 h 1067623"/>
                    <a:gd name="connsiteX1" fmla="*/ 1344706 w 1446677"/>
                    <a:gd name="connsiteY1" fmla="*/ 72540 h 1067623"/>
                    <a:gd name="connsiteX2" fmla="*/ 1352831 w 1446677"/>
                    <a:gd name="connsiteY2" fmla="*/ 76649 h 1067623"/>
                    <a:gd name="connsiteX0" fmla="*/ 0 w 2262469"/>
                    <a:gd name="connsiteY0" fmla="*/ 998063 h 998063"/>
                    <a:gd name="connsiteX1" fmla="*/ 1344706 w 2262469"/>
                    <a:gd name="connsiteY1" fmla="*/ 2980 h 998063"/>
                    <a:gd name="connsiteX2" fmla="*/ 2262469 w 2262469"/>
                    <a:gd name="connsiteY2" fmla="*/ 669077 h 998063"/>
                    <a:gd name="connsiteX0" fmla="*/ 0 w 2972081"/>
                    <a:gd name="connsiteY0" fmla="*/ 995121 h 1037610"/>
                    <a:gd name="connsiteX1" fmla="*/ 1344706 w 2972081"/>
                    <a:gd name="connsiteY1" fmla="*/ 38 h 1037610"/>
                    <a:gd name="connsiteX2" fmla="*/ 2972081 w 2972081"/>
                    <a:gd name="connsiteY2" fmla="*/ 1037610 h 1037610"/>
                    <a:gd name="connsiteX0" fmla="*/ 0 w 2972081"/>
                    <a:gd name="connsiteY0" fmla="*/ 995121 h 1037610"/>
                    <a:gd name="connsiteX1" fmla="*/ 1344706 w 2972081"/>
                    <a:gd name="connsiteY1" fmla="*/ 38 h 1037610"/>
                    <a:gd name="connsiteX2" fmla="*/ 2972081 w 2972081"/>
                    <a:gd name="connsiteY2" fmla="*/ 1037610 h 1037610"/>
                    <a:gd name="connsiteX0" fmla="*/ 0 w 2972081"/>
                    <a:gd name="connsiteY0" fmla="*/ 995121 h 1037610"/>
                    <a:gd name="connsiteX1" fmla="*/ 1344706 w 2972081"/>
                    <a:gd name="connsiteY1" fmla="*/ 38 h 1037610"/>
                    <a:gd name="connsiteX2" fmla="*/ 2972081 w 2972081"/>
                    <a:gd name="connsiteY2" fmla="*/ 1037610 h 1037610"/>
                    <a:gd name="connsiteX0" fmla="*/ 0 w 2791106"/>
                    <a:gd name="connsiteY0" fmla="*/ 995438 h 995438"/>
                    <a:gd name="connsiteX1" fmla="*/ 1344706 w 2791106"/>
                    <a:gd name="connsiteY1" fmla="*/ 355 h 995438"/>
                    <a:gd name="connsiteX2" fmla="*/ 2791106 w 2791106"/>
                    <a:gd name="connsiteY2" fmla="*/ 871239 h 995438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8199"/>
                    <a:gd name="connsiteY0" fmla="*/ 995130 h 1042381"/>
                    <a:gd name="connsiteX1" fmla="*/ 1344706 w 2898199"/>
                    <a:gd name="connsiteY1" fmla="*/ 47 h 1042381"/>
                    <a:gd name="connsiteX2" fmla="*/ 2895881 w 2898199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710144"/>
                    <a:gd name="connsiteY0" fmla="*/ 995130 h 1042381"/>
                    <a:gd name="connsiteX1" fmla="*/ 1344706 w 2710144"/>
                    <a:gd name="connsiteY1" fmla="*/ 47 h 1042381"/>
                    <a:gd name="connsiteX2" fmla="*/ 2710144 w 2710144"/>
                    <a:gd name="connsiteY2" fmla="*/ 1042381 h 1042381"/>
                    <a:gd name="connsiteX0" fmla="*/ 0 w 2871509"/>
                    <a:gd name="connsiteY0" fmla="*/ 995130 h 1042381"/>
                    <a:gd name="connsiteX1" fmla="*/ 1344706 w 2871509"/>
                    <a:gd name="connsiteY1" fmla="*/ 47 h 1042381"/>
                    <a:gd name="connsiteX2" fmla="*/ 2871509 w 2871509"/>
                    <a:gd name="connsiteY2" fmla="*/ 1042381 h 1042381"/>
                    <a:gd name="connsiteX0" fmla="*/ 0 w 2871509"/>
                    <a:gd name="connsiteY0" fmla="*/ 995130 h 1042381"/>
                    <a:gd name="connsiteX1" fmla="*/ 1344706 w 2871509"/>
                    <a:gd name="connsiteY1" fmla="*/ 47 h 1042381"/>
                    <a:gd name="connsiteX2" fmla="*/ 2871509 w 2871509"/>
                    <a:gd name="connsiteY2" fmla="*/ 1042381 h 1042381"/>
                    <a:gd name="connsiteX0" fmla="*/ 0 w 2865159"/>
                    <a:gd name="connsiteY0" fmla="*/ 995085 h 1004236"/>
                    <a:gd name="connsiteX1" fmla="*/ 1344706 w 2865159"/>
                    <a:gd name="connsiteY1" fmla="*/ 2 h 1004236"/>
                    <a:gd name="connsiteX2" fmla="*/ 2865159 w 2865159"/>
                    <a:gd name="connsiteY2" fmla="*/ 1004236 h 1004236"/>
                    <a:gd name="connsiteX0" fmla="*/ 0 w 2871509"/>
                    <a:gd name="connsiteY0" fmla="*/ 995099 h 1023300"/>
                    <a:gd name="connsiteX1" fmla="*/ 1344706 w 2871509"/>
                    <a:gd name="connsiteY1" fmla="*/ 16 h 1023300"/>
                    <a:gd name="connsiteX2" fmla="*/ 2871509 w 2871509"/>
                    <a:gd name="connsiteY2" fmla="*/ 1023300 h 1023300"/>
                    <a:gd name="connsiteX0" fmla="*/ 0 w 2871509"/>
                    <a:gd name="connsiteY0" fmla="*/ 995099 h 1023300"/>
                    <a:gd name="connsiteX1" fmla="*/ 1344706 w 2871509"/>
                    <a:gd name="connsiteY1" fmla="*/ 16 h 1023300"/>
                    <a:gd name="connsiteX2" fmla="*/ 2871509 w 2871509"/>
                    <a:gd name="connsiteY2" fmla="*/ 1023300 h 1023300"/>
                    <a:gd name="connsiteX0" fmla="*/ 0 w 3000541"/>
                    <a:gd name="connsiteY0" fmla="*/ 1045278 h 1045278"/>
                    <a:gd name="connsiteX1" fmla="*/ 1473738 w 3000541"/>
                    <a:gd name="connsiteY1" fmla="*/ 16 h 1045278"/>
                    <a:gd name="connsiteX2" fmla="*/ 3000541 w 3000541"/>
                    <a:gd name="connsiteY2" fmla="*/ 1023300 h 1045278"/>
                    <a:gd name="connsiteX0" fmla="*/ 0 w 3005320"/>
                    <a:gd name="connsiteY0" fmla="*/ 1045278 h 1047195"/>
                    <a:gd name="connsiteX1" fmla="*/ 1473738 w 3005320"/>
                    <a:gd name="connsiteY1" fmla="*/ 16 h 1047195"/>
                    <a:gd name="connsiteX2" fmla="*/ 3005320 w 3005320"/>
                    <a:gd name="connsiteY2" fmla="*/ 1047195 h 1047195"/>
                    <a:gd name="connsiteX0" fmla="*/ 0 w 3053110"/>
                    <a:gd name="connsiteY0" fmla="*/ 1050057 h 1050057"/>
                    <a:gd name="connsiteX1" fmla="*/ 1521528 w 3053110"/>
                    <a:gd name="connsiteY1" fmla="*/ 16 h 1050057"/>
                    <a:gd name="connsiteX2" fmla="*/ 3053110 w 3053110"/>
                    <a:gd name="connsiteY2" fmla="*/ 1047195 h 1050057"/>
                    <a:gd name="connsiteX0" fmla="*/ 0 w 3484158"/>
                    <a:gd name="connsiteY0" fmla="*/ 1050057 h 1068700"/>
                    <a:gd name="connsiteX1" fmla="*/ 1521528 w 3484158"/>
                    <a:gd name="connsiteY1" fmla="*/ 16 h 1068700"/>
                    <a:gd name="connsiteX2" fmla="*/ 3484158 w 3484158"/>
                    <a:gd name="connsiteY2" fmla="*/ 1068700 h 1068700"/>
                    <a:gd name="connsiteX0" fmla="*/ 0 w 3484158"/>
                    <a:gd name="connsiteY0" fmla="*/ 1050057 h 1068700"/>
                    <a:gd name="connsiteX1" fmla="*/ 1521528 w 3484158"/>
                    <a:gd name="connsiteY1" fmla="*/ 16 h 1068700"/>
                    <a:gd name="connsiteX2" fmla="*/ 3484158 w 3484158"/>
                    <a:gd name="connsiteY2" fmla="*/ 1068700 h 1068700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37 h 1073937"/>
                    <a:gd name="connsiteX1" fmla="*/ 2009740 w 3972370"/>
                    <a:gd name="connsiteY1" fmla="*/ 1 h 1073937"/>
                    <a:gd name="connsiteX2" fmla="*/ 3972370 w 3972370"/>
                    <a:gd name="connsiteY2" fmla="*/ 1068685 h 1073937"/>
                    <a:gd name="connsiteX0" fmla="*/ 0 w 3972370"/>
                    <a:gd name="connsiteY0" fmla="*/ 1074001 h 1074001"/>
                    <a:gd name="connsiteX1" fmla="*/ 2009740 w 3972370"/>
                    <a:gd name="connsiteY1" fmla="*/ 65 h 1074001"/>
                    <a:gd name="connsiteX2" fmla="*/ 3972370 w 3972370"/>
                    <a:gd name="connsiteY2" fmla="*/ 1068749 h 1074001"/>
                    <a:gd name="connsiteX0" fmla="*/ 0 w 3972370"/>
                    <a:gd name="connsiteY0" fmla="*/ 1073946 h 1073946"/>
                    <a:gd name="connsiteX1" fmla="*/ 2009740 w 3972370"/>
                    <a:gd name="connsiteY1" fmla="*/ 10 h 1073946"/>
                    <a:gd name="connsiteX2" fmla="*/ 3972370 w 3972370"/>
                    <a:gd name="connsiteY2" fmla="*/ 1068694 h 1073946"/>
                    <a:gd name="connsiteX0" fmla="*/ 0 w 3972370"/>
                    <a:gd name="connsiteY0" fmla="*/ 1073946 h 1073946"/>
                    <a:gd name="connsiteX1" fmla="*/ 2009740 w 3972370"/>
                    <a:gd name="connsiteY1" fmla="*/ 10 h 1073946"/>
                    <a:gd name="connsiteX2" fmla="*/ 3972370 w 3972370"/>
                    <a:gd name="connsiteY2" fmla="*/ 1068694 h 1073946"/>
                    <a:gd name="connsiteX0" fmla="*/ 0 w 3972370"/>
                    <a:gd name="connsiteY0" fmla="*/ 1073946 h 1073946"/>
                    <a:gd name="connsiteX1" fmla="*/ 2009740 w 3972370"/>
                    <a:gd name="connsiteY1" fmla="*/ 10 h 1073946"/>
                    <a:gd name="connsiteX2" fmla="*/ 3972370 w 3972370"/>
                    <a:gd name="connsiteY2" fmla="*/ 1068694 h 1073946"/>
                    <a:gd name="connsiteX0" fmla="*/ 0 w 3972370"/>
                    <a:gd name="connsiteY0" fmla="*/ 1073937 h 1073937"/>
                    <a:gd name="connsiteX1" fmla="*/ 2009740 w 3972370"/>
                    <a:gd name="connsiteY1" fmla="*/ 1 h 1073937"/>
                    <a:gd name="connsiteX2" fmla="*/ 3972370 w 3972370"/>
                    <a:gd name="connsiteY2" fmla="*/ 1068685 h 1073937"/>
                    <a:gd name="connsiteX0" fmla="*/ 0 w 3941471"/>
                    <a:gd name="connsiteY0" fmla="*/ 1050048 h 1068691"/>
                    <a:gd name="connsiteX1" fmla="*/ 1978841 w 3941471"/>
                    <a:gd name="connsiteY1" fmla="*/ 7 h 1068691"/>
                    <a:gd name="connsiteX2" fmla="*/ 3941471 w 3941471"/>
                    <a:gd name="connsiteY2" fmla="*/ 1068691 h 1068691"/>
                    <a:gd name="connsiteX0" fmla="*/ 0 w 3972370"/>
                    <a:gd name="connsiteY0" fmla="*/ 1050048 h 1068691"/>
                    <a:gd name="connsiteX1" fmla="*/ 1978841 w 3972370"/>
                    <a:gd name="connsiteY1" fmla="*/ 7 h 1068691"/>
                    <a:gd name="connsiteX2" fmla="*/ 3972370 w 3972370"/>
                    <a:gd name="connsiteY2" fmla="*/ 1068691 h 10686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72370" h="1068691">
                      <a:moveTo>
                        <a:pt x="0" y="1050048"/>
                      </a:moveTo>
                      <a:cubicBezTo>
                        <a:pt x="1383848" y="1007786"/>
                        <a:pt x="1316779" y="-3100"/>
                        <a:pt x="1978841" y="7"/>
                      </a:cubicBezTo>
                      <a:cubicBezTo>
                        <a:pt x="2640903" y="3114"/>
                        <a:pt x="2627662" y="1052066"/>
                        <a:pt x="3972370" y="1068691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 dirty="0">
                    <a:latin typeface="Average Sans" panose="02000503040000020003" pitchFamily="2" charset="0"/>
                  </a:endParaRPr>
                </a:p>
              </p:txBody>
            </p:sp>
            <p:cxnSp>
              <p:nvCxnSpPr>
                <p:cNvPr id="54" name="Straight Connector 4">
                  <a:extLst>
                    <a:ext uri="{FF2B5EF4-FFF2-40B4-BE49-F238E27FC236}">
                      <a16:creationId xmlns:a16="http://schemas.microsoft.com/office/drawing/2014/main" id="{835495E2-01FF-88A0-21AF-47F9CB3C67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9617" y="2826637"/>
                  <a:ext cx="5309989" cy="12959"/>
                </a:xfrm>
                <a:prstGeom prst="curvedConnector3">
                  <a:avLst>
                    <a:gd name="adj1" fmla="val 50000"/>
                  </a:avLst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E7D0D47-ED69-5C7E-4CED-130B35CD8C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6571" y="1860907"/>
                <a:ext cx="0" cy="644741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216EB65-9A68-3B17-A592-71A6599C1E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6311" y="1699768"/>
                <a:ext cx="0" cy="805880"/>
              </a:xfrm>
              <a:prstGeom prst="line">
                <a:avLst/>
              </a:prstGeom>
              <a:ln w="19050">
                <a:solidFill>
                  <a:schemeClr val="accent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E374F8FE-FECB-47A7-AA71-E40309F6FC6E}"/>
                  </a:ext>
                </a:extLst>
              </p:cNvPr>
              <p:cNvSpPr/>
              <p:nvPr/>
            </p:nvSpPr>
            <p:spPr>
              <a:xfrm>
                <a:off x="9291854" y="2587442"/>
                <a:ext cx="613818" cy="638966"/>
              </a:xfrm>
              <a:custGeom>
                <a:avLst/>
                <a:gdLst>
                  <a:gd name="connsiteX0" fmla="*/ 128421 w 514783"/>
                  <a:gd name="connsiteY0" fmla="*/ 0 h 755650"/>
                  <a:gd name="connsiteX1" fmla="*/ 20471 w 514783"/>
                  <a:gd name="connsiteY1" fmla="*/ 450850 h 755650"/>
                  <a:gd name="connsiteX2" fmla="*/ 490371 w 514783"/>
                  <a:gd name="connsiteY2" fmla="*/ 546100 h 755650"/>
                  <a:gd name="connsiteX3" fmla="*/ 452271 w 514783"/>
                  <a:gd name="connsiteY3" fmla="*/ 755650 h 755650"/>
                  <a:gd name="connsiteX4" fmla="*/ 452271 w 514783"/>
                  <a:gd name="connsiteY4" fmla="*/ 755650 h 755650"/>
                  <a:gd name="connsiteX0" fmla="*/ 8291 w 577573"/>
                  <a:gd name="connsiteY0" fmla="*/ 0 h 755650"/>
                  <a:gd name="connsiteX1" fmla="*/ 567091 w 577573"/>
                  <a:gd name="connsiteY1" fmla="*/ 209550 h 755650"/>
                  <a:gd name="connsiteX2" fmla="*/ 370241 w 577573"/>
                  <a:gd name="connsiteY2" fmla="*/ 546100 h 755650"/>
                  <a:gd name="connsiteX3" fmla="*/ 332141 w 577573"/>
                  <a:gd name="connsiteY3" fmla="*/ 755650 h 755650"/>
                  <a:gd name="connsiteX4" fmla="*/ 332141 w 577573"/>
                  <a:gd name="connsiteY4" fmla="*/ 755650 h 755650"/>
                  <a:gd name="connsiteX0" fmla="*/ 7908 w 568253"/>
                  <a:gd name="connsiteY0" fmla="*/ 0 h 755650"/>
                  <a:gd name="connsiteX1" fmla="*/ 566708 w 568253"/>
                  <a:gd name="connsiteY1" fmla="*/ 209550 h 755650"/>
                  <a:gd name="connsiteX2" fmla="*/ 179358 w 568253"/>
                  <a:gd name="connsiteY2" fmla="*/ 577850 h 755650"/>
                  <a:gd name="connsiteX3" fmla="*/ 331758 w 568253"/>
                  <a:gd name="connsiteY3" fmla="*/ 755650 h 755650"/>
                  <a:gd name="connsiteX4" fmla="*/ 331758 w 568253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491563"/>
                  <a:gd name="connsiteY0" fmla="*/ 0 h 755650"/>
                  <a:gd name="connsiteX1" fmla="*/ 489756 w 491563"/>
                  <a:gd name="connsiteY1" fmla="*/ 95250 h 755650"/>
                  <a:gd name="connsiteX2" fmla="*/ 171450 w 491563"/>
                  <a:gd name="connsiteY2" fmla="*/ 577850 h 755650"/>
                  <a:gd name="connsiteX3" fmla="*/ 323850 w 491563"/>
                  <a:gd name="connsiteY3" fmla="*/ 755650 h 755650"/>
                  <a:gd name="connsiteX4" fmla="*/ 323850 w 491563"/>
                  <a:gd name="connsiteY4" fmla="*/ 755650 h 755650"/>
                  <a:gd name="connsiteX0" fmla="*/ 0 w 493464"/>
                  <a:gd name="connsiteY0" fmla="*/ 0 h 755650"/>
                  <a:gd name="connsiteX1" fmla="*/ 489756 w 493464"/>
                  <a:gd name="connsiteY1" fmla="*/ 95250 h 755650"/>
                  <a:gd name="connsiteX2" fmla="*/ 229872 w 493464"/>
                  <a:gd name="connsiteY2" fmla="*/ 517525 h 755650"/>
                  <a:gd name="connsiteX3" fmla="*/ 323850 w 493464"/>
                  <a:gd name="connsiteY3" fmla="*/ 755650 h 755650"/>
                  <a:gd name="connsiteX4" fmla="*/ 323850 w 493464"/>
                  <a:gd name="connsiteY4" fmla="*/ 755650 h 75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3464" h="755650">
                    <a:moveTo>
                      <a:pt x="0" y="0"/>
                    </a:moveTo>
                    <a:cubicBezTo>
                      <a:pt x="32706" y="195791"/>
                      <a:pt x="451444" y="8996"/>
                      <a:pt x="489756" y="95250"/>
                    </a:cubicBezTo>
                    <a:cubicBezTo>
                      <a:pt x="528068" y="181504"/>
                      <a:pt x="257523" y="407458"/>
                      <a:pt x="229872" y="517525"/>
                    </a:cubicBezTo>
                    <a:cubicBezTo>
                      <a:pt x="202221" y="627592"/>
                      <a:pt x="323850" y="755650"/>
                      <a:pt x="323850" y="755650"/>
                    </a:cubicBezTo>
                    <a:lnTo>
                      <a:pt x="323850" y="755650"/>
                    </a:lnTo>
                  </a:path>
                </a:pathLst>
              </a:custGeom>
              <a:noFill/>
              <a:ln w="6350">
                <a:headEnd type="oval" w="sm" len="sm"/>
                <a:tailEnd type="stealth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60018B6-FA3D-DB6E-795C-B44D3482ABD6}"/>
                  </a:ext>
                </a:extLst>
              </p:cNvPr>
              <p:cNvSpPr/>
              <p:nvPr/>
            </p:nvSpPr>
            <p:spPr>
              <a:xfrm flipV="1">
                <a:off x="8934196" y="1226223"/>
                <a:ext cx="613818" cy="387129"/>
              </a:xfrm>
              <a:custGeom>
                <a:avLst/>
                <a:gdLst>
                  <a:gd name="connsiteX0" fmla="*/ 128421 w 514783"/>
                  <a:gd name="connsiteY0" fmla="*/ 0 h 755650"/>
                  <a:gd name="connsiteX1" fmla="*/ 20471 w 514783"/>
                  <a:gd name="connsiteY1" fmla="*/ 450850 h 755650"/>
                  <a:gd name="connsiteX2" fmla="*/ 490371 w 514783"/>
                  <a:gd name="connsiteY2" fmla="*/ 546100 h 755650"/>
                  <a:gd name="connsiteX3" fmla="*/ 452271 w 514783"/>
                  <a:gd name="connsiteY3" fmla="*/ 755650 h 755650"/>
                  <a:gd name="connsiteX4" fmla="*/ 452271 w 514783"/>
                  <a:gd name="connsiteY4" fmla="*/ 755650 h 755650"/>
                  <a:gd name="connsiteX0" fmla="*/ 8291 w 577573"/>
                  <a:gd name="connsiteY0" fmla="*/ 0 h 755650"/>
                  <a:gd name="connsiteX1" fmla="*/ 567091 w 577573"/>
                  <a:gd name="connsiteY1" fmla="*/ 209550 h 755650"/>
                  <a:gd name="connsiteX2" fmla="*/ 370241 w 577573"/>
                  <a:gd name="connsiteY2" fmla="*/ 546100 h 755650"/>
                  <a:gd name="connsiteX3" fmla="*/ 332141 w 577573"/>
                  <a:gd name="connsiteY3" fmla="*/ 755650 h 755650"/>
                  <a:gd name="connsiteX4" fmla="*/ 332141 w 577573"/>
                  <a:gd name="connsiteY4" fmla="*/ 755650 h 755650"/>
                  <a:gd name="connsiteX0" fmla="*/ 7908 w 568253"/>
                  <a:gd name="connsiteY0" fmla="*/ 0 h 755650"/>
                  <a:gd name="connsiteX1" fmla="*/ 566708 w 568253"/>
                  <a:gd name="connsiteY1" fmla="*/ 209550 h 755650"/>
                  <a:gd name="connsiteX2" fmla="*/ 179358 w 568253"/>
                  <a:gd name="connsiteY2" fmla="*/ 577850 h 755650"/>
                  <a:gd name="connsiteX3" fmla="*/ 331758 w 568253"/>
                  <a:gd name="connsiteY3" fmla="*/ 755650 h 755650"/>
                  <a:gd name="connsiteX4" fmla="*/ 331758 w 568253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491563"/>
                  <a:gd name="connsiteY0" fmla="*/ 0 h 755650"/>
                  <a:gd name="connsiteX1" fmla="*/ 489756 w 491563"/>
                  <a:gd name="connsiteY1" fmla="*/ 95250 h 755650"/>
                  <a:gd name="connsiteX2" fmla="*/ 171450 w 491563"/>
                  <a:gd name="connsiteY2" fmla="*/ 577850 h 755650"/>
                  <a:gd name="connsiteX3" fmla="*/ 323850 w 491563"/>
                  <a:gd name="connsiteY3" fmla="*/ 755650 h 755650"/>
                  <a:gd name="connsiteX4" fmla="*/ 323850 w 491563"/>
                  <a:gd name="connsiteY4" fmla="*/ 755650 h 755650"/>
                  <a:gd name="connsiteX0" fmla="*/ 0 w 493464"/>
                  <a:gd name="connsiteY0" fmla="*/ 0 h 755650"/>
                  <a:gd name="connsiteX1" fmla="*/ 489756 w 493464"/>
                  <a:gd name="connsiteY1" fmla="*/ 95250 h 755650"/>
                  <a:gd name="connsiteX2" fmla="*/ 229872 w 493464"/>
                  <a:gd name="connsiteY2" fmla="*/ 517525 h 755650"/>
                  <a:gd name="connsiteX3" fmla="*/ 323850 w 493464"/>
                  <a:gd name="connsiteY3" fmla="*/ 755650 h 755650"/>
                  <a:gd name="connsiteX4" fmla="*/ 323850 w 493464"/>
                  <a:gd name="connsiteY4" fmla="*/ 755650 h 75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3464" h="755650">
                    <a:moveTo>
                      <a:pt x="0" y="0"/>
                    </a:moveTo>
                    <a:cubicBezTo>
                      <a:pt x="32706" y="195791"/>
                      <a:pt x="451444" y="8996"/>
                      <a:pt x="489756" y="95250"/>
                    </a:cubicBezTo>
                    <a:cubicBezTo>
                      <a:pt x="528068" y="181504"/>
                      <a:pt x="257523" y="407458"/>
                      <a:pt x="229872" y="517525"/>
                    </a:cubicBezTo>
                    <a:cubicBezTo>
                      <a:pt x="202221" y="627592"/>
                      <a:pt x="323850" y="755650"/>
                      <a:pt x="323850" y="755650"/>
                    </a:cubicBezTo>
                    <a:lnTo>
                      <a:pt x="323850" y="755650"/>
                    </a:lnTo>
                  </a:path>
                </a:pathLst>
              </a:custGeom>
              <a:noFill/>
              <a:ln w="6350">
                <a:headEnd type="oval" w="sm" len="sm"/>
                <a:tailEnd type="stealth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D81860BF-59C6-7E2D-57AF-B7229B06D647}"/>
                  </a:ext>
                </a:extLst>
              </p:cNvPr>
              <p:cNvSpPr txBox="1"/>
              <p:nvPr/>
            </p:nvSpPr>
            <p:spPr>
              <a:xfrm>
                <a:off x="8826551" y="776826"/>
                <a:ext cx="14169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d-ID" sz="16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Statistik Uji</a:t>
                </a:r>
                <a:endParaRPr lang="en-ID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CC08E1-53F9-27FF-E706-B84D92649ADC}"/>
                  </a:ext>
                </a:extLst>
              </p:cNvPr>
              <p:cNvSpPr txBox="1"/>
              <p:nvPr/>
            </p:nvSpPr>
            <p:spPr>
              <a:xfrm>
                <a:off x="7801681" y="2759996"/>
                <a:ext cx="52897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d-ID" sz="1600" b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(b)</a:t>
                </a:r>
                <a:endParaRPr lang="en-ID" sz="16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6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6F0D0DAE-FCF0-560F-4BB6-AF41824E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189" y="7589254"/>
            <a:ext cx="8565118" cy="395818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939B04A-64DB-A777-AC0C-A8ED6230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42" y="3130932"/>
            <a:ext cx="5344271" cy="445832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1172695-1034-884D-55DD-B4E7DFF80081}"/>
              </a:ext>
            </a:extLst>
          </p:cNvPr>
          <p:cNvGrpSpPr/>
          <p:nvPr/>
        </p:nvGrpSpPr>
        <p:grpSpPr>
          <a:xfrm>
            <a:off x="723750" y="654595"/>
            <a:ext cx="4106244" cy="1893366"/>
            <a:chOff x="1299617" y="1021828"/>
            <a:chExt cx="5309989" cy="186679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D3BA687-1A88-8AB6-7B40-7634FA92AD9A}"/>
                </a:ext>
              </a:extLst>
            </p:cNvPr>
            <p:cNvSpPr/>
            <p:nvPr/>
          </p:nvSpPr>
          <p:spPr>
            <a:xfrm flipH="1">
              <a:off x="5530448" y="2445048"/>
              <a:ext cx="1072161" cy="395674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942 w 227556"/>
                <a:gd name="connsiteY5" fmla="*/ 166958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45607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623 w 227556"/>
                <a:gd name="connsiteY5" fmla="*/ 134303 h 299912"/>
                <a:gd name="connsiteX6" fmla="*/ 227303 w 227556"/>
                <a:gd name="connsiteY6" fmla="*/ 0 h 299912"/>
                <a:gd name="connsiteX0" fmla="*/ 225722 w 225975"/>
                <a:gd name="connsiteY0" fmla="*/ 0 h 299912"/>
                <a:gd name="connsiteX1" fmla="*/ 225721 w 225975"/>
                <a:gd name="connsiteY1" fmla="*/ 295122 h 299912"/>
                <a:gd name="connsiteX2" fmla="*/ 117888 w 225975"/>
                <a:gd name="connsiteY2" fmla="*/ 299912 h 299912"/>
                <a:gd name="connsiteX3" fmla="*/ 0 w 225975"/>
                <a:gd name="connsiteY3" fmla="*/ 299375 h 299912"/>
                <a:gd name="connsiteX4" fmla="*/ 1497 w 225975"/>
                <a:gd name="connsiteY4" fmla="*/ 174267 h 299912"/>
                <a:gd name="connsiteX5" fmla="*/ 102042 w 225975"/>
                <a:gd name="connsiteY5" fmla="*/ 134303 h 299912"/>
                <a:gd name="connsiteX6" fmla="*/ 225722 w 225975"/>
                <a:gd name="connsiteY6" fmla="*/ 0 h 299912"/>
                <a:gd name="connsiteX0" fmla="*/ 226864 w 227117"/>
                <a:gd name="connsiteY0" fmla="*/ 0 h 299912"/>
                <a:gd name="connsiteX1" fmla="*/ 226863 w 227117"/>
                <a:gd name="connsiteY1" fmla="*/ 295122 h 299912"/>
                <a:gd name="connsiteX2" fmla="*/ 119030 w 227117"/>
                <a:gd name="connsiteY2" fmla="*/ 299912 h 299912"/>
                <a:gd name="connsiteX3" fmla="*/ 1142 w 227117"/>
                <a:gd name="connsiteY3" fmla="*/ 299375 h 299912"/>
                <a:gd name="connsiteX4" fmla="*/ 0 w 227117"/>
                <a:gd name="connsiteY4" fmla="*/ 174267 h 299912"/>
                <a:gd name="connsiteX5" fmla="*/ 103184 w 227117"/>
                <a:gd name="connsiteY5" fmla="*/ 134303 h 299912"/>
                <a:gd name="connsiteX6" fmla="*/ 226864 w 227117"/>
                <a:gd name="connsiteY6" fmla="*/ 0 h 299912"/>
                <a:gd name="connsiteX0" fmla="*/ 229680 w 229933"/>
                <a:gd name="connsiteY0" fmla="*/ 0 h 299912"/>
                <a:gd name="connsiteX1" fmla="*/ 229679 w 229933"/>
                <a:gd name="connsiteY1" fmla="*/ 295122 h 299912"/>
                <a:gd name="connsiteX2" fmla="*/ 121846 w 229933"/>
                <a:gd name="connsiteY2" fmla="*/ 299912 h 299912"/>
                <a:gd name="connsiteX3" fmla="*/ 0 w 229933"/>
                <a:gd name="connsiteY3" fmla="*/ 299375 h 299912"/>
                <a:gd name="connsiteX4" fmla="*/ 2816 w 229933"/>
                <a:gd name="connsiteY4" fmla="*/ 174267 h 299912"/>
                <a:gd name="connsiteX5" fmla="*/ 106000 w 229933"/>
                <a:gd name="connsiteY5" fmla="*/ 134303 h 299912"/>
                <a:gd name="connsiteX6" fmla="*/ 229680 w 229933"/>
                <a:gd name="connsiteY6" fmla="*/ 0 h 299912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9078 w 229679"/>
                <a:gd name="connsiteY5" fmla="*/ 148119 h 317495"/>
                <a:gd name="connsiteX6" fmla="*/ 227921 w 229679"/>
                <a:gd name="connsiteY6" fmla="*/ 0 h 317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679" h="317495">
                  <a:moveTo>
                    <a:pt x="227921" y="0"/>
                  </a:moveTo>
                  <a:cubicBezTo>
                    <a:pt x="228800" y="92429"/>
                    <a:pt x="228800" y="220276"/>
                    <a:pt x="229679" y="312705"/>
                  </a:cubicBezTo>
                  <a:lnTo>
                    <a:pt x="121846" y="317495"/>
                  </a:lnTo>
                  <a:lnTo>
                    <a:pt x="0" y="316958"/>
                  </a:lnTo>
                  <a:cubicBezTo>
                    <a:pt x="1095" y="282525"/>
                    <a:pt x="3540" y="293762"/>
                    <a:pt x="2816" y="191850"/>
                  </a:cubicBezTo>
                  <a:cubicBezTo>
                    <a:pt x="43912" y="192202"/>
                    <a:pt x="71561" y="180094"/>
                    <a:pt x="109078" y="148119"/>
                  </a:cubicBezTo>
                  <a:cubicBezTo>
                    <a:pt x="146596" y="116144"/>
                    <a:pt x="189187" y="77841"/>
                    <a:pt x="227921" y="0"/>
                  </a:cubicBezTo>
                  <a:close/>
                </a:path>
              </a:pathLst>
            </a:custGeom>
            <a:solidFill>
              <a:srgbClr val="8497B0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A54CCA1-3FB2-B2E1-FFAE-E1CC11C9ED54}"/>
                </a:ext>
              </a:extLst>
            </p:cNvPr>
            <p:cNvCxnSpPr>
              <a:cxnSpLocks/>
            </p:cNvCxnSpPr>
            <p:nvPr/>
          </p:nvCxnSpPr>
          <p:spPr>
            <a:xfrm>
              <a:off x="3942215" y="1021828"/>
              <a:ext cx="0" cy="1776631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9748911-7D92-632A-3183-706DB5B24002}"/>
                </a:ext>
              </a:extLst>
            </p:cNvPr>
            <p:cNvSpPr/>
            <p:nvPr/>
          </p:nvSpPr>
          <p:spPr>
            <a:xfrm flipH="1">
              <a:off x="6042489" y="2621320"/>
              <a:ext cx="560120" cy="220368"/>
            </a:xfrm>
            <a:custGeom>
              <a:avLst/>
              <a:gdLst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48856 h 198310"/>
                <a:gd name="connsiteX5" fmla="*/ 123413 w 221146"/>
                <a:gd name="connsiteY5" fmla="*/ 34222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34222 h 198310"/>
                <a:gd name="connsiteX6" fmla="*/ 221146 w 221146"/>
                <a:gd name="connsiteY6" fmla="*/ 0 h 198310"/>
                <a:gd name="connsiteX0" fmla="*/ 221146 w 221146"/>
                <a:gd name="connsiteY0" fmla="*/ 0 h 198310"/>
                <a:gd name="connsiteX1" fmla="*/ 221146 w 221146"/>
                <a:gd name="connsiteY1" fmla="*/ 198310 h 198310"/>
                <a:gd name="connsiteX2" fmla="*/ 122108 w 221146"/>
                <a:gd name="connsiteY2" fmla="*/ 198005 h 198310"/>
                <a:gd name="connsiteX3" fmla="*/ 4220 w 221146"/>
                <a:gd name="connsiteY3" fmla="*/ 197468 h 198310"/>
                <a:gd name="connsiteX4" fmla="*/ 0 w 221146"/>
                <a:gd name="connsiteY4" fmla="*/ 82193 h 198310"/>
                <a:gd name="connsiteX5" fmla="*/ 123413 w 221146"/>
                <a:gd name="connsiteY5" fmla="*/ 48509 h 198310"/>
                <a:gd name="connsiteX6" fmla="*/ 221146 w 221146"/>
                <a:gd name="connsiteY6" fmla="*/ 0 h 198310"/>
                <a:gd name="connsiteX0" fmla="*/ 227303 w 227303"/>
                <a:gd name="connsiteY0" fmla="*/ 0 h 282383"/>
                <a:gd name="connsiteX1" fmla="*/ 221146 w 227303"/>
                <a:gd name="connsiteY1" fmla="*/ 282383 h 282383"/>
                <a:gd name="connsiteX2" fmla="*/ 122108 w 227303"/>
                <a:gd name="connsiteY2" fmla="*/ 282078 h 282383"/>
                <a:gd name="connsiteX3" fmla="*/ 4220 w 227303"/>
                <a:gd name="connsiteY3" fmla="*/ 281541 h 282383"/>
                <a:gd name="connsiteX4" fmla="*/ 0 w 227303"/>
                <a:gd name="connsiteY4" fmla="*/ 166266 h 282383"/>
                <a:gd name="connsiteX5" fmla="*/ 123413 w 227303"/>
                <a:gd name="connsiteY5" fmla="*/ 132582 h 282383"/>
                <a:gd name="connsiteX6" fmla="*/ 227303 w 227303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20774 w 224664"/>
                <a:gd name="connsiteY5" fmla="*/ 132582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4664"/>
                <a:gd name="connsiteY0" fmla="*/ 0 h 282383"/>
                <a:gd name="connsiteX1" fmla="*/ 218507 w 224664"/>
                <a:gd name="connsiteY1" fmla="*/ 282383 h 282383"/>
                <a:gd name="connsiteX2" fmla="*/ 119469 w 224664"/>
                <a:gd name="connsiteY2" fmla="*/ 282078 h 282383"/>
                <a:gd name="connsiteX3" fmla="*/ 1581 w 224664"/>
                <a:gd name="connsiteY3" fmla="*/ 281541 h 282383"/>
                <a:gd name="connsiteX4" fmla="*/ 0 w 224664"/>
                <a:gd name="connsiteY4" fmla="*/ 181552 h 282383"/>
                <a:gd name="connsiteX5" fmla="*/ 103183 w 224664"/>
                <a:gd name="connsiteY5" fmla="*/ 147868 h 282383"/>
                <a:gd name="connsiteX6" fmla="*/ 224664 w 224664"/>
                <a:gd name="connsiteY6" fmla="*/ 0 h 282383"/>
                <a:gd name="connsiteX0" fmla="*/ 224664 w 227302"/>
                <a:gd name="connsiteY0" fmla="*/ 0 h 282078"/>
                <a:gd name="connsiteX1" fmla="*/ 227302 w 227302"/>
                <a:gd name="connsiteY1" fmla="*/ 277288 h 282078"/>
                <a:gd name="connsiteX2" fmla="*/ 119469 w 227302"/>
                <a:gd name="connsiteY2" fmla="*/ 282078 h 282078"/>
                <a:gd name="connsiteX3" fmla="*/ 1581 w 227302"/>
                <a:gd name="connsiteY3" fmla="*/ 281541 h 282078"/>
                <a:gd name="connsiteX4" fmla="*/ 0 w 227302"/>
                <a:gd name="connsiteY4" fmla="*/ 181552 h 282078"/>
                <a:gd name="connsiteX5" fmla="*/ 103183 w 227302"/>
                <a:gd name="connsiteY5" fmla="*/ 147868 h 282078"/>
                <a:gd name="connsiteX6" fmla="*/ 224664 w 227302"/>
                <a:gd name="connsiteY6" fmla="*/ 0 h 282078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65702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942 w 227556"/>
                <a:gd name="connsiteY5" fmla="*/ 166958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183 w 227556"/>
                <a:gd name="connsiteY5" fmla="*/ 145607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4063 w 227556"/>
                <a:gd name="connsiteY5" fmla="*/ 150630 h 299912"/>
                <a:gd name="connsiteX6" fmla="*/ 227303 w 227556"/>
                <a:gd name="connsiteY6" fmla="*/ 0 h 299912"/>
                <a:gd name="connsiteX0" fmla="*/ 227303 w 227556"/>
                <a:gd name="connsiteY0" fmla="*/ 0 h 299912"/>
                <a:gd name="connsiteX1" fmla="*/ 227302 w 227556"/>
                <a:gd name="connsiteY1" fmla="*/ 295122 h 299912"/>
                <a:gd name="connsiteX2" fmla="*/ 119469 w 227556"/>
                <a:gd name="connsiteY2" fmla="*/ 299912 h 299912"/>
                <a:gd name="connsiteX3" fmla="*/ 1581 w 227556"/>
                <a:gd name="connsiteY3" fmla="*/ 299375 h 299912"/>
                <a:gd name="connsiteX4" fmla="*/ 0 w 227556"/>
                <a:gd name="connsiteY4" fmla="*/ 199386 h 299912"/>
                <a:gd name="connsiteX5" fmla="*/ 103623 w 227556"/>
                <a:gd name="connsiteY5" fmla="*/ 134303 h 299912"/>
                <a:gd name="connsiteX6" fmla="*/ 227303 w 227556"/>
                <a:gd name="connsiteY6" fmla="*/ 0 h 299912"/>
                <a:gd name="connsiteX0" fmla="*/ 225722 w 225975"/>
                <a:gd name="connsiteY0" fmla="*/ 0 h 299912"/>
                <a:gd name="connsiteX1" fmla="*/ 225721 w 225975"/>
                <a:gd name="connsiteY1" fmla="*/ 295122 h 299912"/>
                <a:gd name="connsiteX2" fmla="*/ 117888 w 225975"/>
                <a:gd name="connsiteY2" fmla="*/ 299912 h 299912"/>
                <a:gd name="connsiteX3" fmla="*/ 0 w 225975"/>
                <a:gd name="connsiteY3" fmla="*/ 299375 h 299912"/>
                <a:gd name="connsiteX4" fmla="*/ 1497 w 225975"/>
                <a:gd name="connsiteY4" fmla="*/ 174267 h 299912"/>
                <a:gd name="connsiteX5" fmla="*/ 102042 w 225975"/>
                <a:gd name="connsiteY5" fmla="*/ 134303 h 299912"/>
                <a:gd name="connsiteX6" fmla="*/ 225722 w 225975"/>
                <a:gd name="connsiteY6" fmla="*/ 0 h 299912"/>
                <a:gd name="connsiteX0" fmla="*/ 226864 w 227117"/>
                <a:gd name="connsiteY0" fmla="*/ 0 h 299912"/>
                <a:gd name="connsiteX1" fmla="*/ 226863 w 227117"/>
                <a:gd name="connsiteY1" fmla="*/ 295122 h 299912"/>
                <a:gd name="connsiteX2" fmla="*/ 119030 w 227117"/>
                <a:gd name="connsiteY2" fmla="*/ 299912 h 299912"/>
                <a:gd name="connsiteX3" fmla="*/ 1142 w 227117"/>
                <a:gd name="connsiteY3" fmla="*/ 299375 h 299912"/>
                <a:gd name="connsiteX4" fmla="*/ 0 w 227117"/>
                <a:gd name="connsiteY4" fmla="*/ 174267 h 299912"/>
                <a:gd name="connsiteX5" fmla="*/ 103184 w 227117"/>
                <a:gd name="connsiteY5" fmla="*/ 134303 h 299912"/>
                <a:gd name="connsiteX6" fmla="*/ 226864 w 227117"/>
                <a:gd name="connsiteY6" fmla="*/ 0 h 299912"/>
                <a:gd name="connsiteX0" fmla="*/ 229680 w 229933"/>
                <a:gd name="connsiteY0" fmla="*/ 0 h 299912"/>
                <a:gd name="connsiteX1" fmla="*/ 229679 w 229933"/>
                <a:gd name="connsiteY1" fmla="*/ 295122 h 299912"/>
                <a:gd name="connsiteX2" fmla="*/ 121846 w 229933"/>
                <a:gd name="connsiteY2" fmla="*/ 299912 h 299912"/>
                <a:gd name="connsiteX3" fmla="*/ 0 w 229933"/>
                <a:gd name="connsiteY3" fmla="*/ 299375 h 299912"/>
                <a:gd name="connsiteX4" fmla="*/ 2816 w 229933"/>
                <a:gd name="connsiteY4" fmla="*/ 174267 h 299912"/>
                <a:gd name="connsiteX5" fmla="*/ 106000 w 229933"/>
                <a:gd name="connsiteY5" fmla="*/ 134303 h 299912"/>
                <a:gd name="connsiteX6" fmla="*/ 229680 w 229933"/>
                <a:gd name="connsiteY6" fmla="*/ 0 h 299912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6000 w 229679"/>
                <a:gd name="connsiteY5" fmla="*/ 151886 h 317495"/>
                <a:gd name="connsiteX6" fmla="*/ 227921 w 229679"/>
                <a:gd name="connsiteY6" fmla="*/ 0 h 317495"/>
                <a:gd name="connsiteX0" fmla="*/ 227921 w 229679"/>
                <a:gd name="connsiteY0" fmla="*/ 0 h 317495"/>
                <a:gd name="connsiteX1" fmla="*/ 229679 w 229679"/>
                <a:gd name="connsiteY1" fmla="*/ 312705 h 317495"/>
                <a:gd name="connsiteX2" fmla="*/ 121846 w 229679"/>
                <a:gd name="connsiteY2" fmla="*/ 317495 h 317495"/>
                <a:gd name="connsiteX3" fmla="*/ 0 w 229679"/>
                <a:gd name="connsiteY3" fmla="*/ 316958 h 317495"/>
                <a:gd name="connsiteX4" fmla="*/ 2816 w 229679"/>
                <a:gd name="connsiteY4" fmla="*/ 191850 h 317495"/>
                <a:gd name="connsiteX5" fmla="*/ 109078 w 229679"/>
                <a:gd name="connsiteY5" fmla="*/ 148119 h 317495"/>
                <a:gd name="connsiteX6" fmla="*/ 227921 w 229679"/>
                <a:gd name="connsiteY6" fmla="*/ 0 h 317495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09078 w 229868"/>
                <a:gd name="connsiteY5" fmla="*/ 7451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09920 w 229868"/>
                <a:gd name="connsiteY5" fmla="*/ 1171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14975 w 229868"/>
                <a:gd name="connsiteY5" fmla="*/ 31314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14975 w 229868"/>
                <a:gd name="connsiteY5" fmla="*/ 31314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2816 w 229868"/>
                <a:gd name="connsiteY4" fmla="*/ 51182 h 176827"/>
                <a:gd name="connsiteX5" fmla="*/ 115818 w 229868"/>
                <a:gd name="connsiteY5" fmla="*/ 36338 h 176827"/>
                <a:gd name="connsiteX6" fmla="*/ 229606 w 229868"/>
                <a:gd name="connsiteY6" fmla="*/ 0 h 176827"/>
                <a:gd name="connsiteX0" fmla="*/ 229606 w 229868"/>
                <a:gd name="connsiteY0" fmla="*/ 0 h 176827"/>
                <a:gd name="connsiteX1" fmla="*/ 229679 w 229868"/>
                <a:gd name="connsiteY1" fmla="*/ 172037 h 176827"/>
                <a:gd name="connsiteX2" fmla="*/ 121846 w 229868"/>
                <a:gd name="connsiteY2" fmla="*/ 176827 h 176827"/>
                <a:gd name="connsiteX3" fmla="*/ 0 w 229868"/>
                <a:gd name="connsiteY3" fmla="*/ 176290 h 176827"/>
                <a:gd name="connsiteX4" fmla="*/ 7871 w 229868"/>
                <a:gd name="connsiteY4" fmla="*/ 46159 h 176827"/>
                <a:gd name="connsiteX5" fmla="*/ 115818 w 229868"/>
                <a:gd name="connsiteY5" fmla="*/ 36338 h 176827"/>
                <a:gd name="connsiteX6" fmla="*/ 229606 w 229868"/>
                <a:gd name="connsiteY6" fmla="*/ 0 h 17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868" h="176827">
                  <a:moveTo>
                    <a:pt x="229606" y="0"/>
                  </a:moveTo>
                  <a:cubicBezTo>
                    <a:pt x="230485" y="92429"/>
                    <a:pt x="228800" y="79608"/>
                    <a:pt x="229679" y="172037"/>
                  </a:cubicBezTo>
                  <a:lnTo>
                    <a:pt x="121846" y="176827"/>
                  </a:lnTo>
                  <a:lnTo>
                    <a:pt x="0" y="176290"/>
                  </a:lnTo>
                  <a:cubicBezTo>
                    <a:pt x="1095" y="141857"/>
                    <a:pt x="8595" y="148071"/>
                    <a:pt x="7871" y="46159"/>
                  </a:cubicBezTo>
                  <a:cubicBezTo>
                    <a:pt x="48967" y="46511"/>
                    <a:pt x="78862" y="44031"/>
                    <a:pt x="115818" y="36338"/>
                  </a:cubicBezTo>
                  <a:cubicBezTo>
                    <a:pt x="152774" y="28645"/>
                    <a:pt x="178234" y="26346"/>
                    <a:pt x="229606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7462830-606B-3673-BF81-8C448120873F}"/>
                </a:ext>
              </a:extLst>
            </p:cNvPr>
            <p:cNvSpPr/>
            <p:nvPr/>
          </p:nvSpPr>
          <p:spPr>
            <a:xfrm>
              <a:off x="1312197" y="1258966"/>
              <a:ext cx="5278264" cy="1420016"/>
            </a:xfrm>
            <a:custGeom>
              <a:avLst/>
              <a:gdLst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609602 h 609602"/>
                <a:gd name="connsiteX1" fmla="*/ 1246094 w 2832847"/>
                <a:gd name="connsiteY1" fmla="*/ 2 h 609602"/>
                <a:gd name="connsiteX2" fmla="*/ 2832847 w 2832847"/>
                <a:gd name="connsiteY2" fmla="*/ 600637 h 609602"/>
                <a:gd name="connsiteX3" fmla="*/ 2832847 w 2832847"/>
                <a:gd name="connsiteY3" fmla="*/ 600637 h 609602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2832847 w 2832847"/>
                <a:gd name="connsiteY3" fmla="*/ 986119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3" fmla="*/ 1594597 w 2832847"/>
                <a:gd name="connsiteY3" fmla="*/ 933731 h 995084"/>
                <a:gd name="connsiteX0" fmla="*/ 0 w 2832847"/>
                <a:gd name="connsiteY0" fmla="*/ 995084 h 995084"/>
                <a:gd name="connsiteX1" fmla="*/ 1344706 w 2832847"/>
                <a:gd name="connsiteY1" fmla="*/ 1 h 995084"/>
                <a:gd name="connsiteX2" fmla="*/ 2832847 w 2832847"/>
                <a:gd name="connsiteY2" fmla="*/ 986119 h 995084"/>
                <a:gd name="connsiteX0" fmla="*/ 0 w 2280397"/>
                <a:gd name="connsiteY0" fmla="*/ 995378 h 995378"/>
                <a:gd name="connsiteX1" fmla="*/ 1344706 w 2280397"/>
                <a:gd name="connsiteY1" fmla="*/ 295 h 995378"/>
                <a:gd name="connsiteX2" fmla="*/ 2280397 w 2280397"/>
                <a:gd name="connsiteY2" fmla="*/ 881638 h 995378"/>
                <a:gd name="connsiteX0" fmla="*/ 0 w 2018459"/>
                <a:gd name="connsiteY0" fmla="*/ 1045611 h 1045611"/>
                <a:gd name="connsiteX1" fmla="*/ 1344706 w 2018459"/>
                <a:gd name="connsiteY1" fmla="*/ 50528 h 1045611"/>
                <a:gd name="connsiteX2" fmla="*/ 2018459 w 2018459"/>
                <a:gd name="connsiteY2" fmla="*/ 136534 h 1045611"/>
                <a:gd name="connsiteX0" fmla="*/ 0 w 2018459"/>
                <a:gd name="connsiteY0" fmla="*/ 1032402 h 1032402"/>
                <a:gd name="connsiteX1" fmla="*/ 1344706 w 2018459"/>
                <a:gd name="connsiteY1" fmla="*/ 37319 h 1032402"/>
                <a:gd name="connsiteX2" fmla="*/ 2018459 w 2018459"/>
                <a:gd name="connsiteY2" fmla="*/ 194762 h 1032402"/>
                <a:gd name="connsiteX0" fmla="*/ 0 w 2304209"/>
                <a:gd name="connsiteY0" fmla="*/ 998789 h 998789"/>
                <a:gd name="connsiteX1" fmla="*/ 1344706 w 2304209"/>
                <a:gd name="connsiteY1" fmla="*/ 3706 h 998789"/>
                <a:gd name="connsiteX2" fmla="*/ 2304209 w 2304209"/>
                <a:gd name="connsiteY2" fmla="*/ 637399 h 998789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2380409"/>
                <a:gd name="connsiteY0" fmla="*/ 995781 h 995781"/>
                <a:gd name="connsiteX1" fmla="*/ 1344706 w 2380409"/>
                <a:gd name="connsiteY1" fmla="*/ 698 h 995781"/>
                <a:gd name="connsiteX2" fmla="*/ 2380409 w 2380409"/>
                <a:gd name="connsiteY2" fmla="*/ 824891 h 995781"/>
                <a:gd name="connsiteX0" fmla="*/ 0 w 1344706"/>
                <a:gd name="connsiteY0" fmla="*/ 995083 h 995083"/>
                <a:gd name="connsiteX1" fmla="*/ 1344706 w 1344706"/>
                <a:gd name="connsiteY1" fmla="*/ 0 h 995083"/>
                <a:gd name="connsiteX0" fmla="*/ 0 w 1446677"/>
                <a:gd name="connsiteY0" fmla="*/ 1067623 h 1067623"/>
                <a:gd name="connsiteX1" fmla="*/ 1344706 w 1446677"/>
                <a:gd name="connsiteY1" fmla="*/ 72540 h 1067623"/>
                <a:gd name="connsiteX2" fmla="*/ 1352831 w 1446677"/>
                <a:gd name="connsiteY2" fmla="*/ 76649 h 1067623"/>
                <a:gd name="connsiteX0" fmla="*/ 0 w 2262469"/>
                <a:gd name="connsiteY0" fmla="*/ 998063 h 998063"/>
                <a:gd name="connsiteX1" fmla="*/ 1344706 w 2262469"/>
                <a:gd name="connsiteY1" fmla="*/ 2980 h 998063"/>
                <a:gd name="connsiteX2" fmla="*/ 2262469 w 2262469"/>
                <a:gd name="connsiteY2" fmla="*/ 669077 h 998063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972081"/>
                <a:gd name="connsiteY0" fmla="*/ 995121 h 1037610"/>
                <a:gd name="connsiteX1" fmla="*/ 1344706 w 2972081"/>
                <a:gd name="connsiteY1" fmla="*/ 38 h 1037610"/>
                <a:gd name="connsiteX2" fmla="*/ 2972081 w 2972081"/>
                <a:gd name="connsiteY2" fmla="*/ 1037610 h 1037610"/>
                <a:gd name="connsiteX0" fmla="*/ 0 w 2791106"/>
                <a:gd name="connsiteY0" fmla="*/ 995438 h 995438"/>
                <a:gd name="connsiteX1" fmla="*/ 1344706 w 2791106"/>
                <a:gd name="connsiteY1" fmla="*/ 355 h 995438"/>
                <a:gd name="connsiteX2" fmla="*/ 2791106 w 2791106"/>
                <a:gd name="connsiteY2" fmla="*/ 871239 h 995438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8199"/>
                <a:gd name="connsiteY0" fmla="*/ 995130 h 1042381"/>
                <a:gd name="connsiteX1" fmla="*/ 1344706 w 2898199"/>
                <a:gd name="connsiteY1" fmla="*/ 47 h 1042381"/>
                <a:gd name="connsiteX2" fmla="*/ 2895881 w 2898199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895881"/>
                <a:gd name="connsiteY0" fmla="*/ 995130 h 1042381"/>
                <a:gd name="connsiteX1" fmla="*/ 1344706 w 2895881"/>
                <a:gd name="connsiteY1" fmla="*/ 47 h 1042381"/>
                <a:gd name="connsiteX2" fmla="*/ 2895881 w 2895881"/>
                <a:gd name="connsiteY2" fmla="*/ 1042381 h 1042381"/>
                <a:gd name="connsiteX0" fmla="*/ 0 w 2710144"/>
                <a:gd name="connsiteY0" fmla="*/ 995130 h 1042381"/>
                <a:gd name="connsiteX1" fmla="*/ 1344706 w 2710144"/>
                <a:gd name="connsiteY1" fmla="*/ 47 h 1042381"/>
                <a:gd name="connsiteX2" fmla="*/ 2710144 w 2710144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71509"/>
                <a:gd name="connsiteY0" fmla="*/ 995130 h 1042381"/>
                <a:gd name="connsiteX1" fmla="*/ 1344706 w 2871509"/>
                <a:gd name="connsiteY1" fmla="*/ 47 h 1042381"/>
                <a:gd name="connsiteX2" fmla="*/ 2871509 w 2871509"/>
                <a:gd name="connsiteY2" fmla="*/ 1042381 h 1042381"/>
                <a:gd name="connsiteX0" fmla="*/ 0 w 2865159"/>
                <a:gd name="connsiteY0" fmla="*/ 995085 h 1004236"/>
                <a:gd name="connsiteX1" fmla="*/ 1344706 w 2865159"/>
                <a:gd name="connsiteY1" fmla="*/ 2 h 1004236"/>
                <a:gd name="connsiteX2" fmla="*/ 2865159 w 2865159"/>
                <a:gd name="connsiteY2" fmla="*/ 1004236 h 1004236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2871509"/>
                <a:gd name="connsiteY0" fmla="*/ 995099 h 1023300"/>
                <a:gd name="connsiteX1" fmla="*/ 1344706 w 2871509"/>
                <a:gd name="connsiteY1" fmla="*/ 16 h 1023300"/>
                <a:gd name="connsiteX2" fmla="*/ 2871509 w 2871509"/>
                <a:gd name="connsiteY2" fmla="*/ 1023300 h 1023300"/>
                <a:gd name="connsiteX0" fmla="*/ 0 w 3000541"/>
                <a:gd name="connsiteY0" fmla="*/ 1045278 h 1045278"/>
                <a:gd name="connsiteX1" fmla="*/ 1473738 w 3000541"/>
                <a:gd name="connsiteY1" fmla="*/ 16 h 1045278"/>
                <a:gd name="connsiteX2" fmla="*/ 3000541 w 3000541"/>
                <a:gd name="connsiteY2" fmla="*/ 1023300 h 1045278"/>
                <a:gd name="connsiteX0" fmla="*/ 0 w 3005320"/>
                <a:gd name="connsiteY0" fmla="*/ 1045278 h 1047195"/>
                <a:gd name="connsiteX1" fmla="*/ 1473738 w 3005320"/>
                <a:gd name="connsiteY1" fmla="*/ 16 h 1047195"/>
                <a:gd name="connsiteX2" fmla="*/ 3005320 w 3005320"/>
                <a:gd name="connsiteY2" fmla="*/ 1047195 h 1047195"/>
                <a:gd name="connsiteX0" fmla="*/ 0 w 3053110"/>
                <a:gd name="connsiteY0" fmla="*/ 1050057 h 1050057"/>
                <a:gd name="connsiteX1" fmla="*/ 1521528 w 3053110"/>
                <a:gd name="connsiteY1" fmla="*/ 16 h 1050057"/>
                <a:gd name="connsiteX2" fmla="*/ 3053110 w 3053110"/>
                <a:gd name="connsiteY2" fmla="*/ 1047195 h 1050057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484158"/>
                <a:gd name="connsiteY0" fmla="*/ 1050057 h 1068700"/>
                <a:gd name="connsiteX1" fmla="*/ 1521528 w 3484158"/>
                <a:gd name="connsiteY1" fmla="*/ 16 h 1068700"/>
                <a:gd name="connsiteX2" fmla="*/ 3484158 w 3484158"/>
                <a:gd name="connsiteY2" fmla="*/ 1068700 h 1068700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52 h 1073952"/>
                <a:gd name="connsiteX1" fmla="*/ 2009740 w 3972370"/>
                <a:gd name="connsiteY1" fmla="*/ 16 h 1073952"/>
                <a:gd name="connsiteX2" fmla="*/ 3972370 w 3972370"/>
                <a:gd name="connsiteY2" fmla="*/ 1068700 h 1073952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72370"/>
                <a:gd name="connsiteY0" fmla="*/ 1074001 h 1074001"/>
                <a:gd name="connsiteX1" fmla="*/ 2009740 w 3972370"/>
                <a:gd name="connsiteY1" fmla="*/ 65 h 1074001"/>
                <a:gd name="connsiteX2" fmla="*/ 3972370 w 3972370"/>
                <a:gd name="connsiteY2" fmla="*/ 1068749 h 1074001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46 h 1073946"/>
                <a:gd name="connsiteX1" fmla="*/ 2009740 w 3972370"/>
                <a:gd name="connsiteY1" fmla="*/ 10 h 1073946"/>
                <a:gd name="connsiteX2" fmla="*/ 3972370 w 3972370"/>
                <a:gd name="connsiteY2" fmla="*/ 1068694 h 1073946"/>
                <a:gd name="connsiteX0" fmla="*/ 0 w 3972370"/>
                <a:gd name="connsiteY0" fmla="*/ 1073937 h 1073937"/>
                <a:gd name="connsiteX1" fmla="*/ 2009740 w 3972370"/>
                <a:gd name="connsiteY1" fmla="*/ 1 h 1073937"/>
                <a:gd name="connsiteX2" fmla="*/ 3972370 w 3972370"/>
                <a:gd name="connsiteY2" fmla="*/ 1068685 h 1073937"/>
                <a:gd name="connsiteX0" fmla="*/ 0 w 3941471"/>
                <a:gd name="connsiteY0" fmla="*/ 1050048 h 1068691"/>
                <a:gd name="connsiteX1" fmla="*/ 1978841 w 3941471"/>
                <a:gd name="connsiteY1" fmla="*/ 7 h 1068691"/>
                <a:gd name="connsiteX2" fmla="*/ 3941471 w 3941471"/>
                <a:gd name="connsiteY2" fmla="*/ 1068691 h 1068691"/>
                <a:gd name="connsiteX0" fmla="*/ 0 w 3972370"/>
                <a:gd name="connsiteY0" fmla="*/ 1050048 h 1068691"/>
                <a:gd name="connsiteX1" fmla="*/ 1978841 w 3972370"/>
                <a:gd name="connsiteY1" fmla="*/ 7 h 1068691"/>
                <a:gd name="connsiteX2" fmla="*/ 3972370 w 3972370"/>
                <a:gd name="connsiteY2" fmla="*/ 1068691 h 10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72370" h="1068691">
                  <a:moveTo>
                    <a:pt x="0" y="1050048"/>
                  </a:moveTo>
                  <a:cubicBezTo>
                    <a:pt x="1383848" y="1007786"/>
                    <a:pt x="1316779" y="-3100"/>
                    <a:pt x="1978841" y="7"/>
                  </a:cubicBezTo>
                  <a:cubicBezTo>
                    <a:pt x="2640903" y="3114"/>
                    <a:pt x="2627662" y="1052066"/>
                    <a:pt x="3972370" y="106869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latin typeface="Average Sans" panose="02000503040000020003" pitchFamily="2" charset="0"/>
              </a:endParaRPr>
            </a:p>
          </p:txBody>
        </p:sp>
        <p:cxnSp>
          <p:nvCxnSpPr>
            <p:cNvPr id="7" name="Straight Connector 4">
              <a:extLst>
                <a:ext uri="{FF2B5EF4-FFF2-40B4-BE49-F238E27FC236}">
                  <a16:creationId xmlns:a16="http://schemas.microsoft.com/office/drawing/2014/main" id="{5CCBCFE7-5F9B-1EB7-1850-88A827F2E656}"/>
                </a:ext>
              </a:extLst>
            </p:cNvPr>
            <p:cNvCxnSpPr>
              <a:cxnSpLocks/>
            </p:cNvCxnSpPr>
            <p:nvPr/>
          </p:nvCxnSpPr>
          <p:spPr>
            <a:xfrm>
              <a:off x="1299617" y="2826637"/>
              <a:ext cx="5309989" cy="12959"/>
            </a:xfrm>
            <a:prstGeom prst="curvedConnector3">
              <a:avLst>
                <a:gd name="adj1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05D971-E074-3887-1C76-655F1DE4D9B3}"/>
                </a:ext>
              </a:extLst>
            </p:cNvPr>
            <p:cNvCxnSpPr>
              <a:cxnSpLocks/>
            </p:cNvCxnSpPr>
            <p:nvPr/>
          </p:nvCxnSpPr>
          <p:spPr>
            <a:xfrm>
              <a:off x="5528943" y="2252933"/>
              <a:ext cx="0" cy="635694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00EA406-9A4D-1F11-A4E6-C9CCF313E07E}"/>
                </a:ext>
              </a:extLst>
            </p:cNvPr>
            <p:cNvCxnSpPr>
              <a:cxnSpLocks/>
            </p:cNvCxnSpPr>
            <p:nvPr/>
          </p:nvCxnSpPr>
          <p:spPr>
            <a:xfrm>
              <a:off x="6045628" y="2326785"/>
              <a:ext cx="0" cy="526278"/>
            </a:xfrm>
            <a:prstGeom prst="line">
              <a:avLst/>
            </a:prstGeom>
            <a:ln w="1905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2715681-F96C-BF76-CB82-867157EDC3AD}"/>
              </a:ext>
            </a:extLst>
          </p:cNvPr>
          <p:cNvSpPr txBox="1"/>
          <p:nvPr/>
        </p:nvSpPr>
        <p:spPr>
          <a:xfrm>
            <a:off x="4645892" y="2622220"/>
            <a:ext cx="1416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titik kritis</a:t>
            </a:r>
            <a:endParaRPr lang="en-ID" sz="16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B59A00-823C-6CA7-B295-44D41EA3FA63}"/>
              </a:ext>
            </a:extLst>
          </p:cNvPr>
          <p:cNvSpPr/>
          <p:nvPr/>
        </p:nvSpPr>
        <p:spPr>
          <a:xfrm>
            <a:off x="3961927" y="2575846"/>
            <a:ext cx="683965" cy="469009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  <a:gd name="connsiteX0" fmla="*/ 26969 w 350819"/>
              <a:gd name="connsiteY0" fmla="*/ 0 h 755650"/>
              <a:gd name="connsiteX1" fmla="*/ 9845 w 350819"/>
              <a:gd name="connsiteY1" fmla="*/ 497352 h 755650"/>
              <a:gd name="connsiteX2" fmla="*/ 256841 w 350819"/>
              <a:gd name="connsiteY2" fmla="*/ 517525 h 755650"/>
              <a:gd name="connsiteX3" fmla="*/ 350819 w 350819"/>
              <a:gd name="connsiteY3" fmla="*/ 755650 h 755650"/>
              <a:gd name="connsiteX4" fmla="*/ 350819 w 350819"/>
              <a:gd name="connsiteY4" fmla="*/ 755650 h 755650"/>
              <a:gd name="connsiteX0" fmla="*/ 26969 w 549856"/>
              <a:gd name="connsiteY0" fmla="*/ 0 h 755650"/>
              <a:gd name="connsiteX1" fmla="*/ 9845 w 549856"/>
              <a:gd name="connsiteY1" fmla="*/ 497352 h 755650"/>
              <a:gd name="connsiteX2" fmla="*/ 256841 w 549856"/>
              <a:gd name="connsiteY2" fmla="*/ 517525 h 755650"/>
              <a:gd name="connsiteX3" fmla="*/ 350819 w 549856"/>
              <a:gd name="connsiteY3" fmla="*/ 755650 h 755650"/>
              <a:gd name="connsiteX4" fmla="*/ 549856 w 549856"/>
              <a:gd name="connsiteY4" fmla="*/ 259855 h 755650"/>
              <a:gd name="connsiteX0" fmla="*/ 26969 w 549856"/>
              <a:gd name="connsiteY0" fmla="*/ 0 h 554657"/>
              <a:gd name="connsiteX1" fmla="*/ 9845 w 549856"/>
              <a:gd name="connsiteY1" fmla="*/ 497352 h 554657"/>
              <a:gd name="connsiteX2" fmla="*/ 256841 w 549856"/>
              <a:gd name="connsiteY2" fmla="*/ 517525 h 554657"/>
              <a:gd name="connsiteX3" fmla="*/ 549856 w 549856"/>
              <a:gd name="connsiteY3" fmla="*/ 259855 h 55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856" h="554657">
                <a:moveTo>
                  <a:pt x="26969" y="0"/>
                </a:moveTo>
                <a:cubicBezTo>
                  <a:pt x="59675" y="195791"/>
                  <a:pt x="-28467" y="411098"/>
                  <a:pt x="9845" y="497352"/>
                </a:cubicBezTo>
                <a:cubicBezTo>
                  <a:pt x="48157" y="583606"/>
                  <a:pt x="166839" y="557108"/>
                  <a:pt x="256841" y="517525"/>
                </a:cubicBezTo>
                <a:cubicBezTo>
                  <a:pt x="346843" y="477942"/>
                  <a:pt x="488811" y="313536"/>
                  <a:pt x="549856" y="259855"/>
                </a:cubicBez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0B2326-466B-A468-83D8-776655D93E90}"/>
              </a:ext>
            </a:extLst>
          </p:cNvPr>
          <p:cNvSpPr/>
          <p:nvPr/>
        </p:nvSpPr>
        <p:spPr>
          <a:xfrm flipV="1">
            <a:off x="4410029" y="1537719"/>
            <a:ext cx="613818" cy="387129"/>
          </a:xfrm>
          <a:custGeom>
            <a:avLst/>
            <a:gdLst>
              <a:gd name="connsiteX0" fmla="*/ 128421 w 514783"/>
              <a:gd name="connsiteY0" fmla="*/ 0 h 755650"/>
              <a:gd name="connsiteX1" fmla="*/ 20471 w 514783"/>
              <a:gd name="connsiteY1" fmla="*/ 450850 h 755650"/>
              <a:gd name="connsiteX2" fmla="*/ 490371 w 514783"/>
              <a:gd name="connsiteY2" fmla="*/ 546100 h 755650"/>
              <a:gd name="connsiteX3" fmla="*/ 452271 w 514783"/>
              <a:gd name="connsiteY3" fmla="*/ 755650 h 755650"/>
              <a:gd name="connsiteX4" fmla="*/ 452271 w 514783"/>
              <a:gd name="connsiteY4" fmla="*/ 755650 h 755650"/>
              <a:gd name="connsiteX0" fmla="*/ 8291 w 577573"/>
              <a:gd name="connsiteY0" fmla="*/ 0 h 755650"/>
              <a:gd name="connsiteX1" fmla="*/ 567091 w 577573"/>
              <a:gd name="connsiteY1" fmla="*/ 209550 h 755650"/>
              <a:gd name="connsiteX2" fmla="*/ 370241 w 577573"/>
              <a:gd name="connsiteY2" fmla="*/ 546100 h 755650"/>
              <a:gd name="connsiteX3" fmla="*/ 332141 w 577573"/>
              <a:gd name="connsiteY3" fmla="*/ 755650 h 755650"/>
              <a:gd name="connsiteX4" fmla="*/ 332141 w 577573"/>
              <a:gd name="connsiteY4" fmla="*/ 755650 h 755650"/>
              <a:gd name="connsiteX0" fmla="*/ 7908 w 568253"/>
              <a:gd name="connsiteY0" fmla="*/ 0 h 755650"/>
              <a:gd name="connsiteX1" fmla="*/ 566708 w 568253"/>
              <a:gd name="connsiteY1" fmla="*/ 209550 h 755650"/>
              <a:gd name="connsiteX2" fmla="*/ 179358 w 568253"/>
              <a:gd name="connsiteY2" fmla="*/ 577850 h 755650"/>
              <a:gd name="connsiteX3" fmla="*/ 331758 w 568253"/>
              <a:gd name="connsiteY3" fmla="*/ 755650 h 755650"/>
              <a:gd name="connsiteX4" fmla="*/ 331758 w 568253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560345"/>
              <a:gd name="connsiteY0" fmla="*/ 0 h 755650"/>
              <a:gd name="connsiteX1" fmla="*/ 558800 w 560345"/>
              <a:gd name="connsiteY1" fmla="*/ 209550 h 755650"/>
              <a:gd name="connsiteX2" fmla="*/ 171450 w 560345"/>
              <a:gd name="connsiteY2" fmla="*/ 577850 h 755650"/>
              <a:gd name="connsiteX3" fmla="*/ 323850 w 560345"/>
              <a:gd name="connsiteY3" fmla="*/ 755650 h 755650"/>
              <a:gd name="connsiteX4" fmla="*/ 323850 w 560345"/>
              <a:gd name="connsiteY4" fmla="*/ 755650 h 755650"/>
              <a:gd name="connsiteX0" fmla="*/ 0 w 491563"/>
              <a:gd name="connsiteY0" fmla="*/ 0 h 755650"/>
              <a:gd name="connsiteX1" fmla="*/ 489756 w 491563"/>
              <a:gd name="connsiteY1" fmla="*/ 95250 h 755650"/>
              <a:gd name="connsiteX2" fmla="*/ 171450 w 491563"/>
              <a:gd name="connsiteY2" fmla="*/ 577850 h 755650"/>
              <a:gd name="connsiteX3" fmla="*/ 323850 w 491563"/>
              <a:gd name="connsiteY3" fmla="*/ 755650 h 755650"/>
              <a:gd name="connsiteX4" fmla="*/ 323850 w 491563"/>
              <a:gd name="connsiteY4" fmla="*/ 755650 h 755650"/>
              <a:gd name="connsiteX0" fmla="*/ 0 w 493464"/>
              <a:gd name="connsiteY0" fmla="*/ 0 h 755650"/>
              <a:gd name="connsiteX1" fmla="*/ 489756 w 493464"/>
              <a:gd name="connsiteY1" fmla="*/ 95250 h 755650"/>
              <a:gd name="connsiteX2" fmla="*/ 229872 w 493464"/>
              <a:gd name="connsiteY2" fmla="*/ 517525 h 755650"/>
              <a:gd name="connsiteX3" fmla="*/ 323850 w 493464"/>
              <a:gd name="connsiteY3" fmla="*/ 755650 h 755650"/>
              <a:gd name="connsiteX4" fmla="*/ 323850 w 493464"/>
              <a:gd name="connsiteY4" fmla="*/ 755650 h 75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464" h="755650">
                <a:moveTo>
                  <a:pt x="0" y="0"/>
                </a:moveTo>
                <a:cubicBezTo>
                  <a:pt x="32706" y="195791"/>
                  <a:pt x="451444" y="8996"/>
                  <a:pt x="489756" y="95250"/>
                </a:cubicBezTo>
                <a:cubicBezTo>
                  <a:pt x="528068" y="181504"/>
                  <a:pt x="257523" y="407458"/>
                  <a:pt x="229872" y="517525"/>
                </a:cubicBezTo>
                <a:cubicBezTo>
                  <a:pt x="202221" y="627592"/>
                  <a:pt x="323850" y="755650"/>
                  <a:pt x="323850" y="755650"/>
                </a:cubicBezTo>
                <a:lnTo>
                  <a:pt x="323850" y="755650"/>
                </a:lnTo>
              </a:path>
            </a:pathLst>
          </a:custGeom>
          <a:noFill/>
          <a:ln w="6350">
            <a:headEnd type="oval" w="sm" len="sm"/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07108-54EB-562B-A9B4-FABE5D7F65BC}"/>
              </a:ext>
            </a:extLst>
          </p:cNvPr>
          <p:cNvSpPr txBox="1"/>
          <p:nvPr/>
        </p:nvSpPr>
        <p:spPr>
          <a:xfrm>
            <a:off x="4258134" y="1224731"/>
            <a:ext cx="1416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Statistik Uji</a:t>
            </a:r>
            <a:endParaRPr lang="en-ID" sz="16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0E1FF2-8DE1-5BC6-54B4-8167D9598109}"/>
              </a:ext>
            </a:extLst>
          </p:cNvPr>
          <p:cNvGrpSpPr/>
          <p:nvPr/>
        </p:nvGrpSpPr>
        <p:grpSpPr>
          <a:xfrm>
            <a:off x="478703" y="265277"/>
            <a:ext cx="2768484" cy="623406"/>
            <a:chOff x="5008777" y="302292"/>
            <a:chExt cx="2768484" cy="62340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7904F28-5908-8060-DF39-91C2E561146A}"/>
                </a:ext>
              </a:extLst>
            </p:cNvPr>
            <p:cNvSpPr/>
            <p:nvPr/>
          </p:nvSpPr>
          <p:spPr>
            <a:xfrm>
              <a:off x="5008777" y="336550"/>
              <a:ext cx="254000" cy="254000"/>
            </a:xfrm>
            <a:prstGeom prst="rect">
              <a:avLst/>
            </a:prstGeom>
            <a:solidFill>
              <a:srgbClr val="8497B0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FB877D-2BBD-DCCF-56F6-2B9FA376B426}"/>
                </a:ext>
              </a:extLst>
            </p:cNvPr>
            <p:cNvSpPr/>
            <p:nvPr/>
          </p:nvSpPr>
          <p:spPr>
            <a:xfrm>
              <a:off x="5008777" y="646718"/>
              <a:ext cx="254000" cy="25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>
                <a:latin typeface="Average Sans" panose="02000503040000020003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D90247-4B72-18EF-9A2D-64D8A01AD094}"/>
                </a:ext>
              </a:extLst>
            </p:cNvPr>
            <p:cNvSpPr txBox="1"/>
            <p:nvPr/>
          </p:nvSpPr>
          <p:spPr>
            <a:xfrm>
              <a:off x="5262777" y="302292"/>
              <a:ext cx="25144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wilayah kritis (α atau α/2)</a:t>
              </a:r>
              <a:endParaRPr lang="en-ID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FA19E51-82D0-2185-0945-C87AB3EF7817}"/>
                </a:ext>
              </a:extLst>
            </p:cNvPr>
            <p:cNvSpPr txBox="1"/>
            <p:nvPr/>
          </p:nvSpPr>
          <p:spPr>
            <a:xfrm>
              <a:off x="5262777" y="617921"/>
              <a:ext cx="19470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4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p-value</a:t>
              </a:r>
              <a:endParaRPr lang="en-ID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36F6040-995C-5140-1997-E6654CC0EA9B}"/>
              </a:ext>
            </a:extLst>
          </p:cNvPr>
          <p:cNvSpPr txBox="1"/>
          <p:nvPr/>
        </p:nvSpPr>
        <p:spPr>
          <a:xfrm>
            <a:off x="2590150" y="2759996"/>
            <a:ext cx="5289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6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(a)</a:t>
            </a:r>
            <a:endParaRPr lang="en-ID" sz="16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53F8B3-4223-A263-CB10-4A06917616FC}"/>
              </a:ext>
            </a:extLst>
          </p:cNvPr>
          <p:cNvGrpSpPr/>
          <p:nvPr/>
        </p:nvGrpSpPr>
        <p:grpSpPr>
          <a:xfrm>
            <a:off x="733478" y="3213124"/>
            <a:ext cx="4601704" cy="2961915"/>
            <a:chOff x="5504046" y="679122"/>
            <a:chExt cx="4601704" cy="296191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2FD4D0-D5D1-1CDD-04E1-F8027FCA7F09}"/>
                </a:ext>
              </a:extLst>
            </p:cNvPr>
            <p:cNvSpPr txBox="1"/>
            <p:nvPr/>
          </p:nvSpPr>
          <p:spPr>
            <a:xfrm>
              <a:off x="8688850" y="3302483"/>
              <a:ext cx="14169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titik kritis</a:t>
              </a:r>
              <a:endParaRPr lang="en-ID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037E62D-EC21-ADEF-30CE-C0354B2ADEC7}"/>
                </a:ext>
              </a:extLst>
            </p:cNvPr>
            <p:cNvGrpSpPr/>
            <p:nvPr/>
          </p:nvGrpSpPr>
          <p:grpSpPr>
            <a:xfrm>
              <a:off x="5504046" y="679122"/>
              <a:ext cx="4231033" cy="2573934"/>
              <a:chOff x="6012418" y="652474"/>
              <a:chExt cx="4231033" cy="2573934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A55E430-BEEE-41C2-D075-3F08A729E541}"/>
                  </a:ext>
                </a:extLst>
              </p:cNvPr>
              <p:cNvGrpSpPr/>
              <p:nvPr/>
            </p:nvGrpSpPr>
            <p:grpSpPr>
              <a:xfrm>
                <a:off x="6012418" y="652474"/>
                <a:ext cx="4106244" cy="1845758"/>
                <a:chOff x="1299617" y="1021828"/>
                <a:chExt cx="5309989" cy="1819859"/>
              </a:xfrm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F62283A-336A-DDA4-445E-7D83566A53F6}"/>
                    </a:ext>
                  </a:extLst>
                </p:cNvPr>
                <p:cNvSpPr/>
                <p:nvPr/>
              </p:nvSpPr>
              <p:spPr>
                <a:xfrm flipH="1">
                  <a:off x="5530448" y="2445048"/>
                  <a:ext cx="1072161" cy="395674"/>
                </a:xfrm>
                <a:custGeom>
                  <a:avLst/>
                  <a:gdLst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48856 h 198310"/>
                    <a:gd name="connsiteX5" fmla="*/ 123413 w 221146"/>
                    <a:gd name="connsiteY5" fmla="*/ 34222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34222 h 198310"/>
                    <a:gd name="connsiteX6" fmla="*/ 221146 w 221146"/>
                    <a:gd name="connsiteY6" fmla="*/ 0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48509 h 198310"/>
                    <a:gd name="connsiteX6" fmla="*/ 221146 w 221146"/>
                    <a:gd name="connsiteY6" fmla="*/ 0 h 198310"/>
                    <a:gd name="connsiteX0" fmla="*/ 227303 w 227303"/>
                    <a:gd name="connsiteY0" fmla="*/ 0 h 282383"/>
                    <a:gd name="connsiteX1" fmla="*/ 221146 w 227303"/>
                    <a:gd name="connsiteY1" fmla="*/ 282383 h 282383"/>
                    <a:gd name="connsiteX2" fmla="*/ 122108 w 227303"/>
                    <a:gd name="connsiteY2" fmla="*/ 282078 h 282383"/>
                    <a:gd name="connsiteX3" fmla="*/ 4220 w 227303"/>
                    <a:gd name="connsiteY3" fmla="*/ 281541 h 282383"/>
                    <a:gd name="connsiteX4" fmla="*/ 0 w 227303"/>
                    <a:gd name="connsiteY4" fmla="*/ 166266 h 282383"/>
                    <a:gd name="connsiteX5" fmla="*/ 123413 w 227303"/>
                    <a:gd name="connsiteY5" fmla="*/ 132582 h 282383"/>
                    <a:gd name="connsiteX6" fmla="*/ 227303 w 227303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20774 w 224664"/>
                    <a:gd name="connsiteY5" fmla="*/ 132582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7302"/>
                    <a:gd name="connsiteY0" fmla="*/ 0 h 282078"/>
                    <a:gd name="connsiteX1" fmla="*/ 227302 w 227302"/>
                    <a:gd name="connsiteY1" fmla="*/ 277288 h 282078"/>
                    <a:gd name="connsiteX2" fmla="*/ 119469 w 227302"/>
                    <a:gd name="connsiteY2" fmla="*/ 282078 h 282078"/>
                    <a:gd name="connsiteX3" fmla="*/ 1581 w 227302"/>
                    <a:gd name="connsiteY3" fmla="*/ 281541 h 282078"/>
                    <a:gd name="connsiteX4" fmla="*/ 0 w 227302"/>
                    <a:gd name="connsiteY4" fmla="*/ 181552 h 282078"/>
                    <a:gd name="connsiteX5" fmla="*/ 103183 w 227302"/>
                    <a:gd name="connsiteY5" fmla="*/ 147868 h 282078"/>
                    <a:gd name="connsiteX6" fmla="*/ 224664 w 227302"/>
                    <a:gd name="connsiteY6" fmla="*/ 0 h 282078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65702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942 w 227556"/>
                    <a:gd name="connsiteY5" fmla="*/ 166958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45607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623 w 227556"/>
                    <a:gd name="connsiteY5" fmla="*/ 134303 h 299912"/>
                    <a:gd name="connsiteX6" fmla="*/ 227303 w 227556"/>
                    <a:gd name="connsiteY6" fmla="*/ 0 h 299912"/>
                    <a:gd name="connsiteX0" fmla="*/ 225722 w 225975"/>
                    <a:gd name="connsiteY0" fmla="*/ 0 h 299912"/>
                    <a:gd name="connsiteX1" fmla="*/ 225721 w 225975"/>
                    <a:gd name="connsiteY1" fmla="*/ 295122 h 299912"/>
                    <a:gd name="connsiteX2" fmla="*/ 117888 w 225975"/>
                    <a:gd name="connsiteY2" fmla="*/ 299912 h 299912"/>
                    <a:gd name="connsiteX3" fmla="*/ 0 w 225975"/>
                    <a:gd name="connsiteY3" fmla="*/ 299375 h 299912"/>
                    <a:gd name="connsiteX4" fmla="*/ 1497 w 225975"/>
                    <a:gd name="connsiteY4" fmla="*/ 174267 h 299912"/>
                    <a:gd name="connsiteX5" fmla="*/ 102042 w 225975"/>
                    <a:gd name="connsiteY5" fmla="*/ 134303 h 299912"/>
                    <a:gd name="connsiteX6" fmla="*/ 225722 w 225975"/>
                    <a:gd name="connsiteY6" fmla="*/ 0 h 299912"/>
                    <a:gd name="connsiteX0" fmla="*/ 226864 w 227117"/>
                    <a:gd name="connsiteY0" fmla="*/ 0 h 299912"/>
                    <a:gd name="connsiteX1" fmla="*/ 226863 w 227117"/>
                    <a:gd name="connsiteY1" fmla="*/ 295122 h 299912"/>
                    <a:gd name="connsiteX2" fmla="*/ 119030 w 227117"/>
                    <a:gd name="connsiteY2" fmla="*/ 299912 h 299912"/>
                    <a:gd name="connsiteX3" fmla="*/ 1142 w 227117"/>
                    <a:gd name="connsiteY3" fmla="*/ 299375 h 299912"/>
                    <a:gd name="connsiteX4" fmla="*/ 0 w 227117"/>
                    <a:gd name="connsiteY4" fmla="*/ 174267 h 299912"/>
                    <a:gd name="connsiteX5" fmla="*/ 103184 w 227117"/>
                    <a:gd name="connsiteY5" fmla="*/ 134303 h 299912"/>
                    <a:gd name="connsiteX6" fmla="*/ 226864 w 227117"/>
                    <a:gd name="connsiteY6" fmla="*/ 0 h 299912"/>
                    <a:gd name="connsiteX0" fmla="*/ 229680 w 229933"/>
                    <a:gd name="connsiteY0" fmla="*/ 0 h 299912"/>
                    <a:gd name="connsiteX1" fmla="*/ 229679 w 229933"/>
                    <a:gd name="connsiteY1" fmla="*/ 295122 h 299912"/>
                    <a:gd name="connsiteX2" fmla="*/ 121846 w 229933"/>
                    <a:gd name="connsiteY2" fmla="*/ 299912 h 299912"/>
                    <a:gd name="connsiteX3" fmla="*/ 0 w 229933"/>
                    <a:gd name="connsiteY3" fmla="*/ 299375 h 299912"/>
                    <a:gd name="connsiteX4" fmla="*/ 2816 w 229933"/>
                    <a:gd name="connsiteY4" fmla="*/ 174267 h 299912"/>
                    <a:gd name="connsiteX5" fmla="*/ 106000 w 229933"/>
                    <a:gd name="connsiteY5" fmla="*/ 134303 h 299912"/>
                    <a:gd name="connsiteX6" fmla="*/ 229680 w 229933"/>
                    <a:gd name="connsiteY6" fmla="*/ 0 h 299912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9078 w 229679"/>
                    <a:gd name="connsiteY5" fmla="*/ 148119 h 317495"/>
                    <a:gd name="connsiteX6" fmla="*/ 227921 w 229679"/>
                    <a:gd name="connsiteY6" fmla="*/ 0 h 317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9679" h="317495">
                      <a:moveTo>
                        <a:pt x="227921" y="0"/>
                      </a:moveTo>
                      <a:cubicBezTo>
                        <a:pt x="228800" y="92429"/>
                        <a:pt x="228800" y="220276"/>
                        <a:pt x="229679" y="312705"/>
                      </a:cubicBezTo>
                      <a:lnTo>
                        <a:pt x="121846" y="317495"/>
                      </a:lnTo>
                      <a:lnTo>
                        <a:pt x="0" y="316958"/>
                      </a:lnTo>
                      <a:cubicBezTo>
                        <a:pt x="1095" y="282525"/>
                        <a:pt x="3540" y="293762"/>
                        <a:pt x="2816" y="191850"/>
                      </a:cubicBezTo>
                      <a:cubicBezTo>
                        <a:pt x="43912" y="192202"/>
                        <a:pt x="71561" y="180094"/>
                        <a:pt x="109078" y="148119"/>
                      </a:cubicBezTo>
                      <a:cubicBezTo>
                        <a:pt x="146596" y="116144"/>
                        <a:pt x="189187" y="77841"/>
                        <a:pt x="227921" y="0"/>
                      </a:cubicBezTo>
                      <a:close/>
                    </a:path>
                  </a:pathLst>
                </a:custGeom>
                <a:solidFill>
                  <a:srgbClr val="8497B0">
                    <a:alpha val="5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>
                    <a:latin typeface="Average Sans" panose="02000503040000020003" pitchFamily="2" charset="0"/>
                  </a:endParaRPr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103A7176-AE7B-55E1-6C55-E8E41FF556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42215" y="1021828"/>
                  <a:ext cx="0" cy="1776631"/>
                </a:xfrm>
                <a:prstGeom prst="line">
                  <a:avLst/>
                </a:prstGeom>
                <a:ln w="19050"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26936D22-DE6F-F3B9-1DFB-4CFF308B0408}"/>
                    </a:ext>
                  </a:extLst>
                </p:cNvPr>
                <p:cNvSpPr/>
                <p:nvPr/>
              </p:nvSpPr>
              <p:spPr>
                <a:xfrm flipH="1">
                  <a:off x="5106512" y="2162186"/>
                  <a:ext cx="1496097" cy="679501"/>
                </a:xfrm>
                <a:custGeom>
                  <a:avLst/>
                  <a:gdLst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48856 h 198310"/>
                    <a:gd name="connsiteX5" fmla="*/ 123413 w 221146"/>
                    <a:gd name="connsiteY5" fmla="*/ 34222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34222 h 198310"/>
                    <a:gd name="connsiteX6" fmla="*/ 221146 w 221146"/>
                    <a:gd name="connsiteY6" fmla="*/ 0 h 198310"/>
                    <a:gd name="connsiteX0" fmla="*/ 221146 w 221146"/>
                    <a:gd name="connsiteY0" fmla="*/ 0 h 198310"/>
                    <a:gd name="connsiteX1" fmla="*/ 221146 w 221146"/>
                    <a:gd name="connsiteY1" fmla="*/ 198310 h 198310"/>
                    <a:gd name="connsiteX2" fmla="*/ 122108 w 221146"/>
                    <a:gd name="connsiteY2" fmla="*/ 198005 h 198310"/>
                    <a:gd name="connsiteX3" fmla="*/ 4220 w 221146"/>
                    <a:gd name="connsiteY3" fmla="*/ 197468 h 198310"/>
                    <a:gd name="connsiteX4" fmla="*/ 0 w 221146"/>
                    <a:gd name="connsiteY4" fmla="*/ 82193 h 198310"/>
                    <a:gd name="connsiteX5" fmla="*/ 123413 w 221146"/>
                    <a:gd name="connsiteY5" fmla="*/ 48509 h 198310"/>
                    <a:gd name="connsiteX6" fmla="*/ 221146 w 221146"/>
                    <a:gd name="connsiteY6" fmla="*/ 0 h 198310"/>
                    <a:gd name="connsiteX0" fmla="*/ 227303 w 227303"/>
                    <a:gd name="connsiteY0" fmla="*/ 0 h 282383"/>
                    <a:gd name="connsiteX1" fmla="*/ 221146 w 227303"/>
                    <a:gd name="connsiteY1" fmla="*/ 282383 h 282383"/>
                    <a:gd name="connsiteX2" fmla="*/ 122108 w 227303"/>
                    <a:gd name="connsiteY2" fmla="*/ 282078 h 282383"/>
                    <a:gd name="connsiteX3" fmla="*/ 4220 w 227303"/>
                    <a:gd name="connsiteY3" fmla="*/ 281541 h 282383"/>
                    <a:gd name="connsiteX4" fmla="*/ 0 w 227303"/>
                    <a:gd name="connsiteY4" fmla="*/ 166266 h 282383"/>
                    <a:gd name="connsiteX5" fmla="*/ 123413 w 227303"/>
                    <a:gd name="connsiteY5" fmla="*/ 132582 h 282383"/>
                    <a:gd name="connsiteX6" fmla="*/ 227303 w 227303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20774 w 224664"/>
                    <a:gd name="connsiteY5" fmla="*/ 132582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4664"/>
                    <a:gd name="connsiteY0" fmla="*/ 0 h 282383"/>
                    <a:gd name="connsiteX1" fmla="*/ 218507 w 224664"/>
                    <a:gd name="connsiteY1" fmla="*/ 282383 h 282383"/>
                    <a:gd name="connsiteX2" fmla="*/ 119469 w 224664"/>
                    <a:gd name="connsiteY2" fmla="*/ 282078 h 282383"/>
                    <a:gd name="connsiteX3" fmla="*/ 1581 w 224664"/>
                    <a:gd name="connsiteY3" fmla="*/ 281541 h 282383"/>
                    <a:gd name="connsiteX4" fmla="*/ 0 w 224664"/>
                    <a:gd name="connsiteY4" fmla="*/ 181552 h 282383"/>
                    <a:gd name="connsiteX5" fmla="*/ 103183 w 224664"/>
                    <a:gd name="connsiteY5" fmla="*/ 147868 h 282383"/>
                    <a:gd name="connsiteX6" fmla="*/ 224664 w 224664"/>
                    <a:gd name="connsiteY6" fmla="*/ 0 h 282383"/>
                    <a:gd name="connsiteX0" fmla="*/ 224664 w 227302"/>
                    <a:gd name="connsiteY0" fmla="*/ 0 h 282078"/>
                    <a:gd name="connsiteX1" fmla="*/ 227302 w 227302"/>
                    <a:gd name="connsiteY1" fmla="*/ 277288 h 282078"/>
                    <a:gd name="connsiteX2" fmla="*/ 119469 w 227302"/>
                    <a:gd name="connsiteY2" fmla="*/ 282078 h 282078"/>
                    <a:gd name="connsiteX3" fmla="*/ 1581 w 227302"/>
                    <a:gd name="connsiteY3" fmla="*/ 281541 h 282078"/>
                    <a:gd name="connsiteX4" fmla="*/ 0 w 227302"/>
                    <a:gd name="connsiteY4" fmla="*/ 181552 h 282078"/>
                    <a:gd name="connsiteX5" fmla="*/ 103183 w 227302"/>
                    <a:gd name="connsiteY5" fmla="*/ 147868 h 282078"/>
                    <a:gd name="connsiteX6" fmla="*/ 224664 w 227302"/>
                    <a:gd name="connsiteY6" fmla="*/ 0 h 282078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65702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942 w 227556"/>
                    <a:gd name="connsiteY5" fmla="*/ 166958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183 w 227556"/>
                    <a:gd name="connsiteY5" fmla="*/ 145607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4063 w 227556"/>
                    <a:gd name="connsiteY5" fmla="*/ 150630 h 299912"/>
                    <a:gd name="connsiteX6" fmla="*/ 227303 w 227556"/>
                    <a:gd name="connsiteY6" fmla="*/ 0 h 299912"/>
                    <a:gd name="connsiteX0" fmla="*/ 227303 w 227556"/>
                    <a:gd name="connsiteY0" fmla="*/ 0 h 299912"/>
                    <a:gd name="connsiteX1" fmla="*/ 227302 w 227556"/>
                    <a:gd name="connsiteY1" fmla="*/ 295122 h 299912"/>
                    <a:gd name="connsiteX2" fmla="*/ 119469 w 227556"/>
                    <a:gd name="connsiteY2" fmla="*/ 299912 h 299912"/>
                    <a:gd name="connsiteX3" fmla="*/ 1581 w 227556"/>
                    <a:gd name="connsiteY3" fmla="*/ 299375 h 299912"/>
                    <a:gd name="connsiteX4" fmla="*/ 0 w 227556"/>
                    <a:gd name="connsiteY4" fmla="*/ 199386 h 299912"/>
                    <a:gd name="connsiteX5" fmla="*/ 103623 w 227556"/>
                    <a:gd name="connsiteY5" fmla="*/ 134303 h 299912"/>
                    <a:gd name="connsiteX6" fmla="*/ 227303 w 227556"/>
                    <a:gd name="connsiteY6" fmla="*/ 0 h 299912"/>
                    <a:gd name="connsiteX0" fmla="*/ 225722 w 225975"/>
                    <a:gd name="connsiteY0" fmla="*/ 0 h 299912"/>
                    <a:gd name="connsiteX1" fmla="*/ 225721 w 225975"/>
                    <a:gd name="connsiteY1" fmla="*/ 295122 h 299912"/>
                    <a:gd name="connsiteX2" fmla="*/ 117888 w 225975"/>
                    <a:gd name="connsiteY2" fmla="*/ 299912 h 299912"/>
                    <a:gd name="connsiteX3" fmla="*/ 0 w 225975"/>
                    <a:gd name="connsiteY3" fmla="*/ 299375 h 299912"/>
                    <a:gd name="connsiteX4" fmla="*/ 1497 w 225975"/>
                    <a:gd name="connsiteY4" fmla="*/ 174267 h 299912"/>
                    <a:gd name="connsiteX5" fmla="*/ 102042 w 225975"/>
                    <a:gd name="connsiteY5" fmla="*/ 134303 h 299912"/>
                    <a:gd name="connsiteX6" fmla="*/ 225722 w 225975"/>
                    <a:gd name="connsiteY6" fmla="*/ 0 h 299912"/>
                    <a:gd name="connsiteX0" fmla="*/ 226864 w 227117"/>
                    <a:gd name="connsiteY0" fmla="*/ 0 h 299912"/>
                    <a:gd name="connsiteX1" fmla="*/ 226863 w 227117"/>
                    <a:gd name="connsiteY1" fmla="*/ 295122 h 299912"/>
                    <a:gd name="connsiteX2" fmla="*/ 119030 w 227117"/>
                    <a:gd name="connsiteY2" fmla="*/ 299912 h 299912"/>
                    <a:gd name="connsiteX3" fmla="*/ 1142 w 227117"/>
                    <a:gd name="connsiteY3" fmla="*/ 299375 h 299912"/>
                    <a:gd name="connsiteX4" fmla="*/ 0 w 227117"/>
                    <a:gd name="connsiteY4" fmla="*/ 174267 h 299912"/>
                    <a:gd name="connsiteX5" fmla="*/ 103184 w 227117"/>
                    <a:gd name="connsiteY5" fmla="*/ 134303 h 299912"/>
                    <a:gd name="connsiteX6" fmla="*/ 226864 w 227117"/>
                    <a:gd name="connsiteY6" fmla="*/ 0 h 299912"/>
                    <a:gd name="connsiteX0" fmla="*/ 229680 w 229933"/>
                    <a:gd name="connsiteY0" fmla="*/ 0 h 299912"/>
                    <a:gd name="connsiteX1" fmla="*/ 229679 w 229933"/>
                    <a:gd name="connsiteY1" fmla="*/ 295122 h 299912"/>
                    <a:gd name="connsiteX2" fmla="*/ 121846 w 229933"/>
                    <a:gd name="connsiteY2" fmla="*/ 299912 h 299912"/>
                    <a:gd name="connsiteX3" fmla="*/ 0 w 229933"/>
                    <a:gd name="connsiteY3" fmla="*/ 299375 h 299912"/>
                    <a:gd name="connsiteX4" fmla="*/ 2816 w 229933"/>
                    <a:gd name="connsiteY4" fmla="*/ 174267 h 299912"/>
                    <a:gd name="connsiteX5" fmla="*/ 106000 w 229933"/>
                    <a:gd name="connsiteY5" fmla="*/ 134303 h 299912"/>
                    <a:gd name="connsiteX6" fmla="*/ 229680 w 229933"/>
                    <a:gd name="connsiteY6" fmla="*/ 0 h 299912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6000 w 229679"/>
                    <a:gd name="connsiteY5" fmla="*/ 151886 h 317495"/>
                    <a:gd name="connsiteX6" fmla="*/ 227921 w 229679"/>
                    <a:gd name="connsiteY6" fmla="*/ 0 h 317495"/>
                    <a:gd name="connsiteX0" fmla="*/ 227921 w 229679"/>
                    <a:gd name="connsiteY0" fmla="*/ 0 h 317495"/>
                    <a:gd name="connsiteX1" fmla="*/ 229679 w 229679"/>
                    <a:gd name="connsiteY1" fmla="*/ 312705 h 317495"/>
                    <a:gd name="connsiteX2" fmla="*/ 121846 w 229679"/>
                    <a:gd name="connsiteY2" fmla="*/ 317495 h 317495"/>
                    <a:gd name="connsiteX3" fmla="*/ 0 w 229679"/>
                    <a:gd name="connsiteY3" fmla="*/ 316958 h 317495"/>
                    <a:gd name="connsiteX4" fmla="*/ 2816 w 229679"/>
                    <a:gd name="connsiteY4" fmla="*/ 191850 h 317495"/>
                    <a:gd name="connsiteX5" fmla="*/ 109078 w 229679"/>
                    <a:gd name="connsiteY5" fmla="*/ 148119 h 317495"/>
                    <a:gd name="connsiteX6" fmla="*/ 227921 w 229679"/>
                    <a:gd name="connsiteY6" fmla="*/ 0 h 317495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09078 w 229868"/>
                    <a:gd name="connsiteY5" fmla="*/ 7451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09920 w 229868"/>
                    <a:gd name="connsiteY5" fmla="*/ 1171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14975 w 229868"/>
                    <a:gd name="connsiteY5" fmla="*/ 31314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14975 w 229868"/>
                    <a:gd name="connsiteY5" fmla="*/ 31314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2816 w 229868"/>
                    <a:gd name="connsiteY4" fmla="*/ 51182 h 176827"/>
                    <a:gd name="connsiteX5" fmla="*/ 115818 w 229868"/>
                    <a:gd name="connsiteY5" fmla="*/ 36338 h 176827"/>
                    <a:gd name="connsiteX6" fmla="*/ 229606 w 229868"/>
                    <a:gd name="connsiteY6" fmla="*/ 0 h 176827"/>
                    <a:gd name="connsiteX0" fmla="*/ 229606 w 229868"/>
                    <a:gd name="connsiteY0" fmla="*/ 0 h 176827"/>
                    <a:gd name="connsiteX1" fmla="*/ 229679 w 229868"/>
                    <a:gd name="connsiteY1" fmla="*/ 172037 h 176827"/>
                    <a:gd name="connsiteX2" fmla="*/ 121846 w 229868"/>
                    <a:gd name="connsiteY2" fmla="*/ 176827 h 176827"/>
                    <a:gd name="connsiteX3" fmla="*/ 0 w 229868"/>
                    <a:gd name="connsiteY3" fmla="*/ 176290 h 176827"/>
                    <a:gd name="connsiteX4" fmla="*/ 7871 w 229868"/>
                    <a:gd name="connsiteY4" fmla="*/ 46159 h 176827"/>
                    <a:gd name="connsiteX5" fmla="*/ 115818 w 229868"/>
                    <a:gd name="connsiteY5" fmla="*/ 36338 h 176827"/>
                    <a:gd name="connsiteX6" fmla="*/ 229606 w 229868"/>
                    <a:gd name="connsiteY6" fmla="*/ 0 h 176827"/>
                    <a:gd name="connsiteX0" fmla="*/ 613777 w 613778"/>
                    <a:gd name="connsiteY0" fmla="*/ 0 h 545243"/>
                    <a:gd name="connsiteX1" fmla="*/ 229679 w 613778"/>
                    <a:gd name="connsiteY1" fmla="*/ 540453 h 545243"/>
                    <a:gd name="connsiteX2" fmla="*/ 121846 w 613778"/>
                    <a:gd name="connsiteY2" fmla="*/ 545243 h 545243"/>
                    <a:gd name="connsiteX3" fmla="*/ 0 w 613778"/>
                    <a:gd name="connsiteY3" fmla="*/ 544706 h 545243"/>
                    <a:gd name="connsiteX4" fmla="*/ 7871 w 613778"/>
                    <a:gd name="connsiteY4" fmla="*/ 414575 h 545243"/>
                    <a:gd name="connsiteX5" fmla="*/ 115818 w 613778"/>
                    <a:gd name="connsiteY5" fmla="*/ 404754 h 545243"/>
                    <a:gd name="connsiteX6" fmla="*/ 613777 w 613778"/>
                    <a:gd name="connsiteY6" fmla="*/ 0 h 545243"/>
                    <a:gd name="connsiteX0" fmla="*/ 613777 w 627330"/>
                    <a:gd name="connsiteY0" fmla="*/ 0 h 545243"/>
                    <a:gd name="connsiteX1" fmla="*/ 627330 w 627330"/>
                    <a:gd name="connsiteY1" fmla="*/ 533755 h 545243"/>
                    <a:gd name="connsiteX2" fmla="*/ 121846 w 627330"/>
                    <a:gd name="connsiteY2" fmla="*/ 545243 h 545243"/>
                    <a:gd name="connsiteX3" fmla="*/ 0 w 627330"/>
                    <a:gd name="connsiteY3" fmla="*/ 544706 h 545243"/>
                    <a:gd name="connsiteX4" fmla="*/ 7871 w 627330"/>
                    <a:gd name="connsiteY4" fmla="*/ 414575 h 545243"/>
                    <a:gd name="connsiteX5" fmla="*/ 115818 w 627330"/>
                    <a:gd name="connsiteY5" fmla="*/ 404754 h 545243"/>
                    <a:gd name="connsiteX6" fmla="*/ 613777 w 627330"/>
                    <a:gd name="connsiteY6" fmla="*/ 0 h 545243"/>
                    <a:gd name="connsiteX0" fmla="*/ 613777 w 613819"/>
                    <a:gd name="connsiteY0" fmla="*/ 0 h 545243"/>
                    <a:gd name="connsiteX1" fmla="*/ 602617 w 613819"/>
                    <a:gd name="connsiteY1" fmla="*/ 523708 h 545243"/>
                    <a:gd name="connsiteX2" fmla="*/ 121846 w 613819"/>
                    <a:gd name="connsiteY2" fmla="*/ 545243 h 545243"/>
                    <a:gd name="connsiteX3" fmla="*/ 0 w 613819"/>
                    <a:gd name="connsiteY3" fmla="*/ 544706 h 545243"/>
                    <a:gd name="connsiteX4" fmla="*/ 7871 w 613819"/>
                    <a:gd name="connsiteY4" fmla="*/ 414575 h 545243"/>
                    <a:gd name="connsiteX5" fmla="*/ 115818 w 613819"/>
                    <a:gd name="connsiteY5" fmla="*/ 404754 h 545243"/>
                    <a:gd name="connsiteX6" fmla="*/ 613777 w 613819"/>
                    <a:gd name="connsiteY6" fmla="*/ 0 h 545243"/>
                    <a:gd name="connsiteX0" fmla="*/ 613777 w 618343"/>
                    <a:gd name="connsiteY0" fmla="*/ 0 h 545243"/>
                    <a:gd name="connsiteX1" fmla="*/ 618343 w 618343"/>
                    <a:gd name="connsiteY1" fmla="*/ 527057 h 545243"/>
                    <a:gd name="connsiteX2" fmla="*/ 121846 w 618343"/>
                    <a:gd name="connsiteY2" fmla="*/ 545243 h 545243"/>
                    <a:gd name="connsiteX3" fmla="*/ 0 w 618343"/>
                    <a:gd name="connsiteY3" fmla="*/ 544706 h 545243"/>
                    <a:gd name="connsiteX4" fmla="*/ 7871 w 618343"/>
                    <a:gd name="connsiteY4" fmla="*/ 414575 h 545243"/>
                    <a:gd name="connsiteX5" fmla="*/ 115818 w 618343"/>
                    <a:gd name="connsiteY5" fmla="*/ 404754 h 545243"/>
                    <a:gd name="connsiteX6" fmla="*/ 613777 w 618343"/>
                    <a:gd name="connsiteY6" fmla="*/ 0 h 545243"/>
                    <a:gd name="connsiteX0" fmla="*/ 613777 w 618343"/>
                    <a:gd name="connsiteY0" fmla="*/ 0 h 545243"/>
                    <a:gd name="connsiteX1" fmla="*/ 618343 w 618343"/>
                    <a:gd name="connsiteY1" fmla="*/ 534592 h 545243"/>
                    <a:gd name="connsiteX2" fmla="*/ 121846 w 618343"/>
                    <a:gd name="connsiteY2" fmla="*/ 545243 h 545243"/>
                    <a:gd name="connsiteX3" fmla="*/ 0 w 618343"/>
                    <a:gd name="connsiteY3" fmla="*/ 544706 h 545243"/>
                    <a:gd name="connsiteX4" fmla="*/ 7871 w 618343"/>
                    <a:gd name="connsiteY4" fmla="*/ 414575 h 545243"/>
                    <a:gd name="connsiteX5" fmla="*/ 115818 w 618343"/>
                    <a:gd name="connsiteY5" fmla="*/ 404754 h 545243"/>
                    <a:gd name="connsiteX6" fmla="*/ 613777 w 618343"/>
                    <a:gd name="connsiteY6" fmla="*/ 0 h 545243"/>
                    <a:gd name="connsiteX0" fmla="*/ 613777 w 613837"/>
                    <a:gd name="connsiteY0" fmla="*/ 0 h 545243"/>
                    <a:gd name="connsiteX1" fmla="*/ 606548 w 613837"/>
                    <a:gd name="connsiteY1" fmla="*/ 539615 h 545243"/>
                    <a:gd name="connsiteX2" fmla="*/ 121846 w 613837"/>
                    <a:gd name="connsiteY2" fmla="*/ 545243 h 545243"/>
                    <a:gd name="connsiteX3" fmla="*/ 0 w 613837"/>
                    <a:gd name="connsiteY3" fmla="*/ 544706 h 545243"/>
                    <a:gd name="connsiteX4" fmla="*/ 7871 w 613837"/>
                    <a:gd name="connsiteY4" fmla="*/ 414575 h 545243"/>
                    <a:gd name="connsiteX5" fmla="*/ 115818 w 613837"/>
                    <a:gd name="connsiteY5" fmla="*/ 404754 h 545243"/>
                    <a:gd name="connsiteX6" fmla="*/ 613777 w 613837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115818 w 613984"/>
                    <a:gd name="connsiteY5" fmla="*/ 404754 h 545243"/>
                    <a:gd name="connsiteX6" fmla="*/ 613777 w 613984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331493 w 613984"/>
                    <a:gd name="connsiteY5" fmla="*/ 321860 h 545243"/>
                    <a:gd name="connsiteX6" fmla="*/ 613777 w 613984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331493 w 613984"/>
                    <a:gd name="connsiteY5" fmla="*/ 321860 h 545243"/>
                    <a:gd name="connsiteX6" fmla="*/ 613777 w 613984"/>
                    <a:gd name="connsiteY6" fmla="*/ 0 h 545243"/>
                    <a:gd name="connsiteX0" fmla="*/ 613777 w 613984"/>
                    <a:gd name="connsiteY0" fmla="*/ 0 h 545243"/>
                    <a:gd name="connsiteX1" fmla="*/ 613288 w 613984"/>
                    <a:gd name="connsiteY1" fmla="*/ 532079 h 545243"/>
                    <a:gd name="connsiteX2" fmla="*/ 121846 w 613984"/>
                    <a:gd name="connsiteY2" fmla="*/ 545243 h 545243"/>
                    <a:gd name="connsiteX3" fmla="*/ 0 w 613984"/>
                    <a:gd name="connsiteY3" fmla="*/ 544706 h 545243"/>
                    <a:gd name="connsiteX4" fmla="*/ 7871 w 613984"/>
                    <a:gd name="connsiteY4" fmla="*/ 414575 h 545243"/>
                    <a:gd name="connsiteX5" fmla="*/ 331493 w 613984"/>
                    <a:gd name="connsiteY5" fmla="*/ 321860 h 545243"/>
                    <a:gd name="connsiteX6" fmla="*/ 613777 w 613984"/>
                    <a:gd name="connsiteY6" fmla="*/ 0 h 545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13984" h="545243">
                      <a:moveTo>
                        <a:pt x="613777" y="0"/>
                      </a:moveTo>
                      <a:cubicBezTo>
                        <a:pt x="614656" y="92429"/>
                        <a:pt x="612409" y="439650"/>
                        <a:pt x="613288" y="532079"/>
                      </a:cubicBezTo>
                      <a:lnTo>
                        <a:pt x="121846" y="545243"/>
                      </a:lnTo>
                      <a:lnTo>
                        <a:pt x="0" y="544706"/>
                      </a:lnTo>
                      <a:cubicBezTo>
                        <a:pt x="1095" y="510273"/>
                        <a:pt x="8595" y="516487"/>
                        <a:pt x="7871" y="414575"/>
                      </a:cubicBezTo>
                      <a:cubicBezTo>
                        <a:pt x="48967" y="414927"/>
                        <a:pt x="215344" y="395980"/>
                        <a:pt x="331493" y="321860"/>
                      </a:cubicBezTo>
                      <a:cubicBezTo>
                        <a:pt x="434640" y="256037"/>
                        <a:pt x="525336" y="131847"/>
                        <a:pt x="613777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 dirty="0">
                    <a:latin typeface="Average Sans" panose="02000503040000020003" pitchFamily="2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DCD897B-D88A-7855-1A45-89821861DC11}"/>
                    </a:ext>
                  </a:extLst>
                </p:cNvPr>
                <p:cNvSpPr/>
                <p:nvPr/>
              </p:nvSpPr>
              <p:spPr>
                <a:xfrm>
                  <a:off x="1312197" y="1258966"/>
                  <a:ext cx="5278264" cy="1420016"/>
                </a:xfrm>
                <a:custGeom>
                  <a:avLst/>
                  <a:gdLst>
                    <a:gd name="connsiteX0" fmla="*/ 0 w 2832847"/>
                    <a:gd name="connsiteY0" fmla="*/ 609602 h 609602"/>
                    <a:gd name="connsiteX1" fmla="*/ 1246094 w 2832847"/>
                    <a:gd name="connsiteY1" fmla="*/ 2 h 609602"/>
                    <a:gd name="connsiteX2" fmla="*/ 2832847 w 2832847"/>
                    <a:gd name="connsiteY2" fmla="*/ 600637 h 609602"/>
                    <a:gd name="connsiteX3" fmla="*/ 2832847 w 2832847"/>
                    <a:gd name="connsiteY3" fmla="*/ 600637 h 609602"/>
                    <a:gd name="connsiteX0" fmla="*/ 0 w 2832847"/>
                    <a:gd name="connsiteY0" fmla="*/ 609602 h 609602"/>
                    <a:gd name="connsiteX1" fmla="*/ 1246094 w 2832847"/>
                    <a:gd name="connsiteY1" fmla="*/ 2 h 609602"/>
                    <a:gd name="connsiteX2" fmla="*/ 2832847 w 2832847"/>
                    <a:gd name="connsiteY2" fmla="*/ 600637 h 609602"/>
                    <a:gd name="connsiteX3" fmla="*/ 2832847 w 2832847"/>
                    <a:gd name="connsiteY3" fmla="*/ 600637 h 609602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3" fmla="*/ 2832847 w 2832847"/>
                    <a:gd name="connsiteY3" fmla="*/ 986119 h 995084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3" fmla="*/ 1594597 w 2832847"/>
                    <a:gd name="connsiteY3" fmla="*/ 933731 h 995084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3" fmla="*/ 1594597 w 2832847"/>
                    <a:gd name="connsiteY3" fmla="*/ 933731 h 995084"/>
                    <a:gd name="connsiteX0" fmla="*/ 0 w 2832847"/>
                    <a:gd name="connsiteY0" fmla="*/ 995084 h 995084"/>
                    <a:gd name="connsiteX1" fmla="*/ 1344706 w 2832847"/>
                    <a:gd name="connsiteY1" fmla="*/ 1 h 995084"/>
                    <a:gd name="connsiteX2" fmla="*/ 2832847 w 2832847"/>
                    <a:gd name="connsiteY2" fmla="*/ 986119 h 995084"/>
                    <a:gd name="connsiteX0" fmla="*/ 0 w 2280397"/>
                    <a:gd name="connsiteY0" fmla="*/ 995378 h 995378"/>
                    <a:gd name="connsiteX1" fmla="*/ 1344706 w 2280397"/>
                    <a:gd name="connsiteY1" fmla="*/ 295 h 995378"/>
                    <a:gd name="connsiteX2" fmla="*/ 2280397 w 2280397"/>
                    <a:gd name="connsiteY2" fmla="*/ 881638 h 995378"/>
                    <a:gd name="connsiteX0" fmla="*/ 0 w 2018459"/>
                    <a:gd name="connsiteY0" fmla="*/ 1045611 h 1045611"/>
                    <a:gd name="connsiteX1" fmla="*/ 1344706 w 2018459"/>
                    <a:gd name="connsiteY1" fmla="*/ 50528 h 1045611"/>
                    <a:gd name="connsiteX2" fmla="*/ 2018459 w 2018459"/>
                    <a:gd name="connsiteY2" fmla="*/ 136534 h 1045611"/>
                    <a:gd name="connsiteX0" fmla="*/ 0 w 2018459"/>
                    <a:gd name="connsiteY0" fmla="*/ 1032402 h 1032402"/>
                    <a:gd name="connsiteX1" fmla="*/ 1344706 w 2018459"/>
                    <a:gd name="connsiteY1" fmla="*/ 37319 h 1032402"/>
                    <a:gd name="connsiteX2" fmla="*/ 2018459 w 2018459"/>
                    <a:gd name="connsiteY2" fmla="*/ 194762 h 1032402"/>
                    <a:gd name="connsiteX0" fmla="*/ 0 w 2304209"/>
                    <a:gd name="connsiteY0" fmla="*/ 998789 h 998789"/>
                    <a:gd name="connsiteX1" fmla="*/ 1344706 w 2304209"/>
                    <a:gd name="connsiteY1" fmla="*/ 3706 h 998789"/>
                    <a:gd name="connsiteX2" fmla="*/ 2304209 w 2304209"/>
                    <a:gd name="connsiteY2" fmla="*/ 637399 h 998789"/>
                    <a:gd name="connsiteX0" fmla="*/ 0 w 2380409"/>
                    <a:gd name="connsiteY0" fmla="*/ 995781 h 995781"/>
                    <a:gd name="connsiteX1" fmla="*/ 1344706 w 2380409"/>
                    <a:gd name="connsiteY1" fmla="*/ 698 h 995781"/>
                    <a:gd name="connsiteX2" fmla="*/ 2380409 w 2380409"/>
                    <a:gd name="connsiteY2" fmla="*/ 824891 h 995781"/>
                    <a:gd name="connsiteX0" fmla="*/ 0 w 2380409"/>
                    <a:gd name="connsiteY0" fmla="*/ 995781 h 995781"/>
                    <a:gd name="connsiteX1" fmla="*/ 1344706 w 2380409"/>
                    <a:gd name="connsiteY1" fmla="*/ 698 h 995781"/>
                    <a:gd name="connsiteX2" fmla="*/ 2380409 w 2380409"/>
                    <a:gd name="connsiteY2" fmla="*/ 824891 h 995781"/>
                    <a:gd name="connsiteX0" fmla="*/ 0 w 1344706"/>
                    <a:gd name="connsiteY0" fmla="*/ 995083 h 995083"/>
                    <a:gd name="connsiteX1" fmla="*/ 1344706 w 1344706"/>
                    <a:gd name="connsiteY1" fmla="*/ 0 h 995083"/>
                    <a:gd name="connsiteX0" fmla="*/ 0 w 1446677"/>
                    <a:gd name="connsiteY0" fmla="*/ 1067623 h 1067623"/>
                    <a:gd name="connsiteX1" fmla="*/ 1344706 w 1446677"/>
                    <a:gd name="connsiteY1" fmla="*/ 72540 h 1067623"/>
                    <a:gd name="connsiteX2" fmla="*/ 1352831 w 1446677"/>
                    <a:gd name="connsiteY2" fmla="*/ 76649 h 1067623"/>
                    <a:gd name="connsiteX0" fmla="*/ 0 w 2262469"/>
                    <a:gd name="connsiteY0" fmla="*/ 998063 h 998063"/>
                    <a:gd name="connsiteX1" fmla="*/ 1344706 w 2262469"/>
                    <a:gd name="connsiteY1" fmla="*/ 2980 h 998063"/>
                    <a:gd name="connsiteX2" fmla="*/ 2262469 w 2262469"/>
                    <a:gd name="connsiteY2" fmla="*/ 669077 h 998063"/>
                    <a:gd name="connsiteX0" fmla="*/ 0 w 2972081"/>
                    <a:gd name="connsiteY0" fmla="*/ 995121 h 1037610"/>
                    <a:gd name="connsiteX1" fmla="*/ 1344706 w 2972081"/>
                    <a:gd name="connsiteY1" fmla="*/ 38 h 1037610"/>
                    <a:gd name="connsiteX2" fmla="*/ 2972081 w 2972081"/>
                    <a:gd name="connsiteY2" fmla="*/ 1037610 h 1037610"/>
                    <a:gd name="connsiteX0" fmla="*/ 0 w 2972081"/>
                    <a:gd name="connsiteY0" fmla="*/ 995121 h 1037610"/>
                    <a:gd name="connsiteX1" fmla="*/ 1344706 w 2972081"/>
                    <a:gd name="connsiteY1" fmla="*/ 38 h 1037610"/>
                    <a:gd name="connsiteX2" fmla="*/ 2972081 w 2972081"/>
                    <a:gd name="connsiteY2" fmla="*/ 1037610 h 1037610"/>
                    <a:gd name="connsiteX0" fmla="*/ 0 w 2972081"/>
                    <a:gd name="connsiteY0" fmla="*/ 995121 h 1037610"/>
                    <a:gd name="connsiteX1" fmla="*/ 1344706 w 2972081"/>
                    <a:gd name="connsiteY1" fmla="*/ 38 h 1037610"/>
                    <a:gd name="connsiteX2" fmla="*/ 2972081 w 2972081"/>
                    <a:gd name="connsiteY2" fmla="*/ 1037610 h 1037610"/>
                    <a:gd name="connsiteX0" fmla="*/ 0 w 2791106"/>
                    <a:gd name="connsiteY0" fmla="*/ 995438 h 995438"/>
                    <a:gd name="connsiteX1" fmla="*/ 1344706 w 2791106"/>
                    <a:gd name="connsiteY1" fmla="*/ 355 h 995438"/>
                    <a:gd name="connsiteX2" fmla="*/ 2791106 w 2791106"/>
                    <a:gd name="connsiteY2" fmla="*/ 871239 h 995438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8199"/>
                    <a:gd name="connsiteY0" fmla="*/ 995130 h 1042381"/>
                    <a:gd name="connsiteX1" fmla="*/ 1344706 w 2898199"/>
                    <a:gd name="connsiteY1" fmla="*/ 47 h 1042381"/>
                    <a:gd name="connsiteX2" fmla="*/ 2895881 w 2898199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895881"/>
                    <a:gd name="connsiteY0" fmla="*/ 995130 h 1042381"/>
                    <a:gd name="connsiteX1" fmla="*/ 1344706 w 2895881"/>
                    <a:gd name="connsiteY1" fmla="*/ 47 h 1042381"/>
                    <a:gd name="connsiteX2" fmla="*/ 2895881 w 2895881"/>
                    <a:gd name="connsiteY2" fmla="*/ 1042381 h 1042381"/>
                    <a:gd name="connsiteX0" fmla="*/ 0 w 2710144"/>
                    <a:gd name="connsiteY0" fmla="*/ 995130 h 1042381"/>
                    <a:gd name="connsiteX1" fmla="*/ 1344706 w 2710144"/>
                    <a:gd name="connsiteY1" fmla="*/ 47 h 1042381"/>
                    <a:gd name="connsiteX2" fmla="*/ 2710144 w 2710144"/>
                    <a:gd name="connsiteY2" fmla="*/ 1042381 h 1042381"/>
                    <a:gd name="connsiteX0" fmla="*/ 0 w 2871509"/>
                    <a:gd name="connsiteY0" fmla="*/ 995130 h 1042381"/>
                    <a:gd name="connsiteX1" fmla="*/ 1344706 w 2871509"/>
                    <a:gd name="connsiteY1" fmla="*/ 47 h 1042381"/>
                    <a:gd name="connsiteX2" fmla="*/ 2871509 w 2871509"/>
                    <a:gd name="connsiteY2" fmla="*/ 1042381 h 1042381"/>
                    <a:gd name="connsiteX0" fmla="*/ 0 w 2871509"/>
                    <a:gd name="connsiteY0" fmla="*/ 995130 h 1042381"/>
                    <a:gd name="connsiteX1" fmla="*/ 1344706 w 2871509"/>
                    <a:gd name="connsiteY1" fmla="*/ 47 h 1042381"/>
                    <a:gd name="connsiteX2" fmla="*/ 2871509 w 2871509"/>
                    <a:gd name="connsiteY2" fmla="*/ 1042381 h 1042381"/>
                    <a:gd name="connsiteX0" fmla="*/ 0 w 2865159"/>
                    <a:gd name="connsiteY0" fmla="*/ 995085 h 1004236"/>
                    <a:gd name="connsiteX1" fmla="*/ 1344706 w 2865159"/>
                    <a:gd name="connsiteY1" fmla="*/ 2 h 1004236"/>
                    <a:gd name="connsiteX2" fmla="*/ 2865159 w 2865159"/>
                    <a:gd name="connsiteY2" fmla="*/ 1004236 h 1004236"/>
                    <a:gd name="connsiteX0" fmla="*/ 0 w 2871509"/>
                    <a:gd name="connsiteY0" fmla="*/ 995099 h 1023300"/>
                    <a:gd name="connsiteX1" fmla="*/ 1344706 w 2871509"/>
                    <a:gd name="connsiteY1" fmla="*/ 16 h 1023300"/>
                    <a:gd name="connsiteX2" fmla="*/ 2871509 w 2871509"/>
                    <a:gd name="connsiteY2" fmla="*/ 1023300 h 1023300"/>
                    <a:gd name="connsiteX0" fmla="*/ 0 w 2871509"/>
                    <a:gd name="connsiteY0" fmla="*/ 995099 h 1023300"/>
                    <a:gd name="connsiteX1" fmla="*/ 1344706 w 2871509"/>
                    <a:gd name="connsiteY1" fmla="*/ 16 h 1023300"/>
                    <a:gd name="connsiteX2" fmla="*/ 2871509 w 2871509"/>
                    <a:gd name="connsiteY2" fmla="*/ 1023300 h 1023300"/>
                    <a:gd name="connsiteX0" fmla="*/ 0 w 3000541"/>
                    <a:gd name="connsiteY0" fmla="*/ 1045278 h 1045278"/>
                    <a:gd name="connsiteX1" fmla="*/ 1473738 w 3000541"/>
                    <a:gd name="connsiteY1" fmla="*/ 16 h 1045278"/>
                    <a:gd name="connsiteX2" fmla="*/ 3000541 w 3000541"/>
                    <a:gd name="connsiteY2" fmla="*/ 1023300 h 1045278"/>
                    <a:gd name="connsiteX0" fmla="*/ 0 w 3005320"/>
                    <a:gd name="connsiteY0" fmla="*/ 1045278 h 1047195"/>
                    <a:gd name="connsiteX1" fmla="*/ 1473738 w 3005320"/>
                    <a:gd name="connsiteY1" fmla="*/ 16 h 1047195"/>
                    <a:gd name="connsiteX2" fmla="*/ 3005320 w 3005320"/>
                    <a:gd name="connsiteY2" fmla="*/ 1047195 h 1047195"/>
                    <a:gd name="connsiteX0" fmla="*/ 0 w 3053110"/>
                    <a:gd name="connsiteY0" fmla="*/ 1050057 h 1050057"/>
                    <a:gd name="connsiteX1" fmla="*/ 1521528 w 3053110"/>
                    <a:gd name="connsiteY1" fmla="*/ 16 h 1050057"/>
                    <a:gd name="connsiteX2" fmla="*/ 3053110 w 3053110"/>
                    <a:gd name="connsiteY2" fmla="*/ 1047195 h 1050057"/>
                    <a:gd name="connsiteX0" fmla="*/ 0 w 3484158"/>
                    <a:gd name="connsiteY0" fmla="*/ 1050057 h 1068700"/>
                    <a:gd name="connsiteX1" fmla="*/ 1521528 w 3484158"/>
                    <a:gd name="connsiteY1" fmla="*/ 16 h 1068700"/>
                    <a:gd name="connsiteX2" fmla="*/ 3484158 w 3484158"/>
                    <a:gd name="connsiteY2" fmla="*/ 1068700 h 1068700"/>
                    <a:gd name="connsiteX0" fmla="*/ 0 w 3484158"/>
                    <a:gd name="connsiteY0" fmla="*/ 1050057 h 1068700"/>
                    <a:gd name="connsiteX1" fmla="*/ 1521528 w 3484158"/>
                    <a:gd name="connsiteY1" fmla="*/ 16 h 1068700"/>
                    <a:gd name="connsiteX2" fmla="*/ 3484158 w 3484158"/>
                    <a:gd name="connsiteY2" fmla="*/ 1068700 h 1068700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52 h 1073952"/>
                    <a:gd name="connsiteX1" fmla="*/ 2009740 w 3972370"/>
                    <a:gd name="connsiteY1" fmla="*/ 16 h 1073952"/>
                    <a:gd name="connsiteX2" fmla="*/ 3972370 w 3972370"/>
                    <a:gd name="connsiteY2" fmla="*/ 1068700 h 1073952"/>
                    <a:gd name="connsiteX0" fmla="*/ 0 w 3972370"/>
                    <a:gd name="connsiteY0" fmla="*/ 1073937 h 1073937"/>
                    <a:gd name="connsiteX1" fmla="*/ 2009740 w 3972370"/>
                    <a:gd name="connsiteY1" fmla="*/ 1 h 1073937"/>
                    <a:gd name="connsiteX2" fmla="*/ 3972370 w 3972370"/>
                    <a:gd name="connsiteY2" fmla="*/ 1068685 h 1073937"/>
                    <a:gd name="connsiteX0" fmla="*/ 0 w 3972370"/>
                    <a:gd name="connsiteY0" fmla="*/ 1074001 h 1074001"/>
                    <a:gd name="connsiteX1" fmla="*/ 2009740 w 3972370"/>
                    <a:gd name="connsiteY1" fmla="*/ 65 h 1074001"/>
                    <a:gd name="connsiteX2" fmla="*/ 3972370 w 3972370"/>
                    <a:gd name="connsiteY2" fmla="*/ 1068749 h 1074001"/>
                    <a:gd name="connsiteX0" fmla="*/ 0 w 3972370"/>
                    <a:gd name="connsiteY0" fmla="*/ 1073946 h 1073946"/>
                    <a:gd name="connsiteX1" fmla="*/ 2009740 w 3972370"/>
                    <a:gd name="connsiteY1" fmla="*/ 10 h 1073946"/>
                    <a:gd name="connsiteX2" fmla="*/ 3972370 w 3972370"/>
                    <a:gd name="connsiteY2" fmla="*/ 1068694 h 1073946"/>
                    <a:gd name="connsiteX0" fmla="*/ 0 w 3972370"/>
                    <a:gd name="connsiteY0" fmla="*/ 1073946 h 1073946"/>
                    <a:gd name="connsiteX1" fmla="*/ 2009740 w 3972370"/>
                    <a:gd name="connsiteY1" fmla="*/ 10 h 1073946"/>
                    <a:gd name="connsiteX2" fmla="*/ 3972370 w 3972370"/>
                    <a:gd name="connsiteY2" fmla="*/ 1068694 h 1073946"/>
                    <a:gd name="connsiteX0" fmla="*/ 0 w 3972370"/>
                    <a:gd name="connsiteY0" fmla="*/ 1073946 h 1073946"/>
                    <a:gd name="connsiteX1" fmla="*/ 2009740 w 3972370"/>
                    <a:gd name="connsiteY1" fmla="*/ 10 h 1073946"/>
                    <a:gd name="connsiteX2" fmla="*/ 3972370 w 3972370"/>
                    <a:gd name="connsiteY2" fmla="*/ 1068694 h 1073946"/>
                    <a:gd name="connsiteX0" fmla="*/ 0 w 3972370"/>
                    <a:gd name="connsiteY0" fmla="*/ 1073937 h 1073937"/>
                    <a:gd name="connsiteX1" fmla="*/ 2009740 w 3972370"/>
                    <a:gd name="connsiteY1" fmla="*/ 1 h 1073937"/>
                    <a:gd name="connsiteX2" fmla="*/ 3972370 w 3972370"/>
                    <a:gd name="connsiteY2" fmla="*/ 1068685 h 1073937"/>
                    <a:gd name="connsiteX0" fmla="*/ 0 w 3941471"/>
                    <a:gd name="connsiteY0" fmla="*/ 1050048 h 1068691"/>
                    <a:gd name="connsiteX1" fmla="*/ 1978841 w 3941471"/>
                    <a:gd name="connsiteY1" fmla="*/ 7 h 1068691"/>
                    <a:gd name="connsiteX2" fmla="*/ 3941471 w 3941471"/>
                    <a:gd name="connsiteY2" fmla="*/ 1068691 h 1068691"/>
                    <a:gd name="connsiteX0" fmla="*/ 0 w 3972370"/>
                    <a:gd name="connsiteY0" fmla="*/ 1050048 h 1068691"/>
                    <a:gd name="connsiteX1" fmla="*/ 1978841 w 3972370"/>
                    <a:gd name="connsiteY1" fmla="*/ 7 h 1068691"/>
                    <a:gd name="connsiteX2" fmla="*/ 3972370 w 3972370"/>
                    <a:gd name="connsiteY2" fmla="*/ 1068691 h 10686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72370" h="1068691">
                      <a:moveTo>
                        <a:pt x="0" y="1050048"/>
                      </a:moveTo>
                      <a:cubicBezTo>
                        <a:pt x="1383848" y="1007786"/>
                        <a:pt x="1316779" y="-3100"/>
                        <a:pt x="1978841" y="7"/>
                      </a:cubicBezTo>
                      <a:cubicBezTo>
                        <a:pt x="2640903" y="3114"/>
                        <a:pt x="2627662" y="1052066"/>
                        <a:pt x="3972370" y="1068691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 dirty="0">
                    <a:latin typeface="Average Sans" panose="02000503040000020003" pitchFamily="2" charset="0"/>
                  </a:endParaRPr>
                </a:p>
              </p:txBody>
            </p:sp>
            <p:cxnSp>
              <p:nvCxnSpPr>
                <p:cNvPr id="34" name="Straight Connector 4">
                  <a:extLst>
                    <a:ext uri="{FF2B5EF4-FFF2-40B4-BE49-F238E27FC236}">
                      <a16:creationId xmlns:a16="http://schemas.microsoft.com/office/drawing/2014/main" id="{2F9519DD-04B2-423E-B0D1-5B850BA402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9617" y="2826637"/>
                  <a:ext cx="5309989" cy="12959"/>
                </a:xfrm>
                <a:prstGeom prst="curvedConnector3">
                  <a:avLst>
                    <a:gd name="adj1" fmla="val 50000"/>
                  </a:avLst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6E2A0E8-5594-FA4C-3E74-A68591508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6571" y="1860907"/>
                <a:ext cx="0" cy="644741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47B898F-B437-8513-7B18-FF19AA6FE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6311" y="1699768"/>
                <a:ext cx="0" cy="805880"/>
              </a:xfrm>
              <a:prstGeom prst="line">
                <a:avLst/>
              </a:prstGeom>
              <a:ln w="19050">
                <a:solidFill>
                  <a:schemeClr val="accent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81B123E-DFDC-14CD-5551-8009435AC6DB}"/>
                  </a:ext>
                </a:extLst>
              </p:cNvPr>
              <p:cNvSpPr/>
              <p:nvPr/>
            </p:nvSpPr>
            <p:spPr>
              <a:xfrm>
                <a:off x="9291854" y="2587442"/>
                <a:ext cx="613818" cy="638966"/>
              </a:xfrm>
              <a:custGeom>
                <a:avLst/>
                <a:gdLst>
                  <a:gd name="connsiteX0" fmla="*/ 128421 w 514783"/>
                  <a:gd name="connsiteY0" fmla="*/ 0 h 755650"/>
                  <a:gd name="connsiteX1" fmla="*/ 20471 w 514783"/>
                  <a:gd name="connsiteY1" fmla="*/ 450850 h 755650"/>
                  <a:gd name="connsiteX2" fmla="*/ 490371 w 514783"/>
                  <a:gd name="connsiteY2" fmla="*/ 546100 h 755650"/>
                  <a:gd name="connsiteX3" fmla="*/ 452271 w 514783"/>
                  <a:gd name="connsiteY3" fmla="*/ 755650 h 755650"/>
                  <a:gd name="connsiteX4" fmla="*/ 452271 w 514783"/>
                  <a:gd name="connsiteY4" fmla="*/ 755650 h 755650"/>
                  <a:gd name="connsiteX0" fmla="*/ 8291 w 577573"/>
                  <a:gd name="connsiteY0" fmla="*/ 0 h 755650"/>
                  <a:gd name="connsiteX1" fmla="*/ 567091 w 577573"/>
                  <a:gd name="connsiteY1" fmla="*/ 209550 h 755650"/>
                  <a:gd name="connsiteX2" fmla="*/ 370241 w 577573"/>
                  <a:gd name="connsiteY2" fmla="*/ 546100 h 755650"/>
                  <a:gd name="connsiteX3" fmla="*/ 332141 w 577573"/>
                  <a:gd name="connsiteY3" fmla="*/ 755650 h 755650"/>
                  <a:gd name="connsiteX4" fmla="*/ 332141 w 577573"/>
                  <a:gd name="connsiteY4" fmla="*/ 755650 h 755650"/>
                  <a:gd name="connsiteX0" fmla="*/ 7908 w 568253"/>
                  <a:gd name="connsiteY0" fmla="*/ 0 h 755650"/>
                  <a:gd name="connsiteX1" fmla="*/ 566708 w 568253"/>
                  <a:gd name="connsiteY1" fmla="*/ 209550 h 755650"/>
                  <a:gd name="connsiteX2" fmla="*/ 179358 w 568253"/>
                  <a:gd name="connsiteY2" fmla="*/ 577850 h 755650"/>
                  <a:gd name="connsiteX3" fmla="*/ 331758 w 568253"/>
                  <a:gd name="connsiteY3" fmla="*/ 755650 h 755650"/>
                  <a:gd name="connsiteX4" fmla="*/ 331758 w 568253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491563"/>
                  <a:gd name="connsiteY0" fmla="*/ 0 h 755650"/>
                  <a:gd name="connsiteX1" fmla="*/ 489756 w 491563"/>
                  <a:gd name="connsiteY1" fmla="*/ 95250 h 755650"/>
                  <a:gd name="connsiteX2" fmla="*/ 171450 w 491563"/>
                  <a:gd name="connsiteY2" fmla="*/ 577850 h 755650"/>
                  <a:gd name="connsiteX3" fmla="*/ 323850 w 491563"/>
                  <a:gd name="connsiteY3" fmla="*/ 755650 h 755650"/>
                  <a:gd name="connsiteX4" fmla="*/ 323850 w 491563"/>
                  <a:gd name="connsiteY4" fmla="*/ 755650 h 755650"/>
                  <a:gd name="connsiteX0" fmla="*/ 0 w 493464"/>
                  <a:gd name="connsiteY0" fmla="*/ 0 h 755650"/>
                  <a:gd name="connsiteX1" fmla="*/ 489756 w 493464"/>
                  <a:gd name="connsiteY1" fmla="*/ 95250 h 755650"/>
                  <a:gd name="connsiteX2" fmla="*/ 229872 w 493464"/>
                  <a:gd name="connsiteY2" fmla="*/ 517525 h 755650"/>
                  <a:gd name="connsiteX3" fmla="*/ 323850 w 493464"/>
                  <a:gd name="connsiteY3" fmla="*/ 755650 h 755650"/>
                  <a:gd name="connsiteX4" fmla="*/ 323850 w 493464"/>
                  <a:gd name="connsiteY4" fmla="*/ 755650 h 75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3464" h="755650">
                    <a:moveTo>
                      <a:pt x="0" y="0"/>
                    </a:moveTo>
                    <a:cubicBezTo>
                      <a:pt x="32706" y="195791"/>
                      <a:pt x="451444" y="8996"/>
                      <a:pt x="489756" y="95250"/>
                    </a:cubicBezTo>
                    <a:cubicBezTo>
                      <a:pt x="528068" y="181504"/>
                      <a:pt x="257523" y="407458"/>
                      <a:pt x="229872" y="517525"/>
                    </a:cubicBezTo>
                    <a:cubicBezTo>
                      <a:pt x="202221" y="627592"/>
                      <a:pt x="323850" y="755650"/>
                      <a:pt x="323850" y="755650"/>
                    </a:cubicBezTo>
                    <a:lnTo>
                      <a:pt x="323850" y="755650"/>
                    </a:lnTo>
                  </a:path>
                </a:pathLst>
              </a:custGeom>
              <a:noFill/>
              <a:ln w="6350">
                <a:headEnd type="oval" w="sm" len="sm"/>
                <a:tailEnd type="stealth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084F01B-FB22-C796-4F9E-79ECF58B22CB}"/>
                  </a:ext>
                </a:extLst>
              </p:cNvPr>
              <p:cNvSpPr/>
              <p:nvPr/>
            </p:nvSpPr>
            <p:spPr>
              <a:xfrm flipV="1">
                <a:off x="8934196" y="1226223"/>
                <a:ext cx="613818" cy="387129"/>
              </a:xfrm>
              <a:custGeom>
                <a:avLst/>
                <a:gdLst>
                  <a:gd name="connsiteX0" fmla="*/ 128421 w 514783"/>
                  <a:gd name="connsiteY0" fmla="*/ 0 h 755650"/>
                  <a:gd name="connsiteX1" fmla="*/ 20471 w 514783"/>
                  <a:gd name="connsiteY1" fmla="*/ 450850 h 755650"/>
                  <a:gd name="connsiteX2" fmla="*/ 490371 w 514783"/>
                  <a:gd name="connsiteY2" fmla="*/ 546100 h 755650"/>
                  <a:gd name="connsiteX3" fmla="*/ 452271 w 514783"/>
                  <a:gd name="connsiteY3" fmla="*/ 755650 h 755650"/>
                  <a:gd name="connsiteX4" fmla="*/ 452271 w 514783"/>
                  <a:gd name="connsiteY4" fmla="*/ 755650 h 755650"/>
                  <a:gd name="connsiteX0" fmla="*/ 8291 w 577573"/>
                  <a:gd name="connsiteY0" fmla="*/ 0 h 755650"/>
                  <a:gd name="connsiteX1" fmla="*/ 567091 w 577573"/>
                  <a:gd name="connsiteY1" fmla="*/ 209550 h 755650"/>
                  <a:gd name="connsiteX2" fmla="*/ 370241 w 577573"/>
                  <a:gd name="connsiteY2" fmla="*/ 546100 h 755650"/>
                  <a:gd name="connsiteX3" fmla="*/ 332141 w 577573"/>
                  <a:gd name="connsiteY3" fmla="*/ 755650 h 755650"/>
                  <a:gd name="connsiteX4" fmla="*/ 332141 w 577573"/>
                  <a:gd name="connsiteY4" fmla="*/ 755650 h 755650"/>
                  <a:gd name="connsiteX0" fmla="*/ 7908 w 568253"/>
                  <a:gd name="connsiteY0" fmla="*/ 0 h 755650"/>
                  <a:gd name="connsiteX1" fmla="*/ 566708 w 568253"/>
                  <a:gd name="connsiteY1" fmla="*/ 209550 h 755650"/>
                  <a:gd name="connsiteX2" fmla="*/ 179358 w 568253"/>
                  <a:gd name="connsiteY2" fmla="*/ 577850 h 755650"/>
                  <a:gd name="connsiteX3" fmla="*/ 331758 w 568253"/>
                  <a:gd name="connsiteY3" fmla="*/ 755650 h 755650"/>
                  <a:gd name="connsiteX4" fmla="*/ 331758 w 568253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560345"/>
                  <a:gd name="connsiteY0" fmla="*/ 0 h 755650"/>
                  <a:gd name="connsiteX1" fmla="*/ 558800 w 560345"/>
                  <a:gd name="connsiteY1" fmla="*/ 209550 h 755650"/>
                  <a:gd name="connsiteX2" fmla="*/ 171450 w 560345"/>
                  <a:gd name="connsiteY2" fmla="*/ 577850 h 755650"/>
                  <a:gd name="connsiteX3" fmla="*/ 323850 w 560345"/>
                  <a:gd name="connsiteY3" fmla="*/ 755650 h 755650"/>
                  <a:gd name="connsiteX4" fmla="*/ 323850 w 560345"/>
                  <a:gd name="connsiteY4" fmla="*/ 755650 h 755650"/>
                  <a:gd name="connsiteX0" fmla="*/ 0 w 491563"/>
                  <a:gd name="connsiteY0" fmla="*/ 0 h 755650"/>
                  <a:gd name="connsiteX1" fmla="*/ 489756 w 491563"/>
                  <a:gd name="connsiteY1" fmla="*/ 95250 h 755650"/>
                  <a:gd name="connsiteX2" fmla="*/ 171450 w 491563"/>
                  <a:gd name="connsiteY2" fmla="*/ 577850 h 755650"/>
                  <a:gd name="connsiteX3" fmla="*/ 323850 w 491563"/>
                  <a:gd name="connsiteY3" fmla="*/ 755650 h 755650"/>
                  <a:gd name="connsiteX4" fmla="*/ 323850 w 491563"/>
                  <a:gd name="connsiteY4" fmla="*/ 755650 h 755650"/>
                  <a:gd name="connsiteX0" fmla="*/ 0 w 493464"/>
                  <a:gd name="connsiteY0" fmla="*/ 0 h 755650"/>
                  <a:gd name="connsiteX1" fmla="*/ 489756 w 493464"/>
                  <a:gd name="connsiteY1" fmla="*/ 95250 h 755650"/>
                  <a:gd name="connsiteX2" fmla="*/ 229872 w 493464"/>
                  <a:gd name="connsiteY2" fmla="*/ 517525 h 755650"/>
                  <a:gd name="connsiteX3" fmla="*/ 323850 w 493464"/>
                  <a:gd name="connsiteY3" fmla="*/ 755650 h 755650"/>
                  <a:gd name="connsiteX4" fmla="*/ 323850 w 493464"/>
                  <a:gd name="connsiteY4" fmla="*/ 755650 h 75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3464" h="755650">
                    <a:moveTo>
                      <a:pt x="0" y="0"/>
                    </a:moveTo>
                    <a:cubicBezTo>
                      <a:pt x="32706" y="195791"/>
                      <a:pt x="451444" y="8996"/>
                      <a:pt x="489756" y="95250"/>
                    </a:cubicBezTo>
                    <a:cubicBezTo>
                      <a:pt x="528068" y="181504"/>
                      <a:pt x="257523" y="407458"/>
                      <a:pt x="229872" y="517525"/>
                    </a:cubicBezTo>
                    <a:cubicBezTo>
                      <a:pt x="202221" y="627592"/>
                      <a:pt x="323850" y="755650"/>
                      <a:pt x="323850" y="755650"/>
                    </a:cubicBezTo>
                    <a:lnTo>
                      <a:pt x="323850" y="755650"/>
                    </a:lnTo>
                  </a:path>
                </a:pathLst>
              </a:custGeom>
              <a:noFill/>
              <a:ln w="6350">
                <a:headEnd type="oval" w="sm" len="sm"/>
                <a:tailEnd type="stealth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1074D49-4673-56E5-5223-D9B405A5AB78}"/>
                  </a:ext>
                </a:extLst>
              </p:cNvPr>
              <p:cNvSpPr txBox="1"/>
              <p:nvPr/>
            </p:nvSpPr>
            <p:spPr>
              <a:xfrm>
                <a:off x="8826551" y="776826"/>
                <a:ext cx="14169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d-ID" sz="16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Statistik Uji</a:t>
                </a:r>
                <a:endParaRPr lang="en-ID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2E6229-0DB9-F3A9-729E-718D155E2E42}"/>
                  </a:ext>
                </a:extLst>
              </p:cNvPr>
              <p:cNvSpPr txBox="1"/>
              <p:nvPr/>
            </p:nvSpPr>
            <p:spPr>
              <a:xfrm>
                <a:off x="7836060" y="2789742"/>
                <a:ext cx="52897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d-ID" sz="1600" b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(b)</a:t>
                </a:r>
                <a:endParaRPr lang="en-ID" sz="1600" b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p:grp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4323D430-3D50-F965-2137-64F956546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999" y="31330"/>
            <a:ext cx="551574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06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4A62C07-B66E-C9E9-3D51-4C5262FA968C}"/>
              </a:ext>
            </a:extLst>
          </p:cNvPr>
          <p:cNvSpPr/>
          <p:nvPr/>
        </p:nvSpPr>
        <p:spPr>
          <a:xfrm>
            <a:off x="3106080" y="3681823"/>
            <a:ext cx="5839458" cy="23980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EE8FA-69FE-EF08-D9D6-6E96823BB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72" y="343271"/>
            <a:ext cx="6710412" cy="2624157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5F1321-3491-E41B-592C-8911BB5E3C04}"/>
              </a:ext>
            </a:extLst>
          </p:cNvPr>
          <p:cNvSpPr/>
          <p:nvPr/>
        </p:nvSpPr>
        <p:spPr>
          <a:xfrm>
            <a:off x="1248910" y="710975"/>
            <a:ext cx="5576887" cy="198596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Distribusi normal">
            <a:extLst>
              <a:ext uri="{FF2B5EF4-FFF2-40B4-BE49-F238E27FC236}">
                <a16:creationId xmlns:a16="http://schemas.microsoft.com/office/drawing/2014/main" id="{046E5A88-A68D-9B63-1964-ACB2CE3D48E5}"/>
              </a:ext>
            </a:extLst>
          </p:cNvPr>
          <p:cNvSpPr/>
          <p:nvPr/>
        </p:nvSpPr>
        <p:spPr>
          <a:xfrm>
            <a:off x="3237366" y="3972153"/>
            <a:ext cx="5576887" cy="198596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CDB3D32-2A04-A368-ACA3-7EEF0F7D764F}"/>
              </a:ext>
            </a:extLst>
          </p:cNvPr>
          <p:cNvSpPr/>
          <p:nvPr/>
        </p:nvSpPr>
        <p:spPr>
          <a:xfrm>
            <a:off x="1246528" y="1215314"/>
            <a:ext cx="5576887" cy="1481622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2002067 h 2002067"/>
              <a:gd name="connsiteX1" fmla="*/ 1338262 w 5576887"/>
              <a:gd name="connsiteY1" fmla="*/ 1449618 h 2002067"/>
              <a:gd name="connsiteX2" fmla="*/ 2781300 w 5576887"/>
              <a:gd name="connsiteY2" fmla="*/ 16106 h 2002067"/>
              <a:gd name="connsiteX3" fmla="*/ 4160520 w 5576887"/>
              <a:gd name="connsiteY3" fmla="*/ 760528 h 2002067"/>
              <a:gd name="connsiteX4" fmla="*/ 5576887 w 5576887"/>
              <a:gd name="connsiteY4" fmla="*/ 1997305 h 2002067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88 h 1986188"/>
              <a:gd name="connsiteX1" fmla="*/ 1376362 w 5576887"/>
              <a:gd name="connsiteY1" fmla="*/ 810696 h 1986188"/>
              <a:gd name="connsiteX2" fmla="*/ 2781300 w 5576887"/>
              <a:gd name="connsiteY2" fmla="*/ 227 h 1986188"/>
              <a:gd name="connsiteX3" fmla="*/ 4160520 w 5576887"/>
              <a:gd name="connsiteY3" fmla="*/ 744649 h 1986188"/>
              <a:gd name="connsiteX4" fmla="*/ 5576887 w 5576887"/>
              <a:gd name="connsiteY4" fmla="*/ 1981426 h 1986188"/>
              <a:gd name="connsiteX0" fmla="*/ 0 w 5576887"/>
              <a:gd name="connsiteY0" fmla="*/ 1985992 h 1985992"/>
              <a:gd name="connsiteX1" fmla="*/ 1376362 w 5576887"/>
              <a:gd name="connsiteY1" fmla="*/ 810500 h 1985992"/>
              <a:gd name="connsiteX2" fmla="*/ 2781300 w 5576887"/>
              <a:gd name="connsiteY2" fmla="*/ 31 h 1985992"/>
              <a:gd name="connsiteX3" fmla="*/ 4183380 w 5576887"/>
              <a:gd name="connsiteY3" fmla="*/ 785308 h 1985992"/>
              <a:gd name="connsiteX4" fmla="*/ 5576887 w 5576887"/>
              <a:gd name="connsiteY4" fmla="*/ 1981230 h 1985992"/>
              <a:gd name="connsiteX0" fmla="*/ 0 w 5576887"/>
              <a:gd name="connsiteY0" fmla="*/ 1985963 h 1985963"/>
              <a:gd name="connsiteX1" fmla="*/ 1376362 w 5576887"/>
              <a:gd name="connsiteY1" fmla="*/ 810471 h 1985963"/>
              <a:gd name="connsiteX2" fmla="*/ 2781300 w 5576887"/>
              <a:gd name="connsiteY2" fmla="*/ 2 h 1985963"/>
              <a:gd name="connsiteX3" fmla="*/ 4206240 w 5576887"/>
              <a:gd name="connsiteY3" fmla="*/ 815921 h 1985963"/>
              <a:gd name="connsiteX4" fmla="*/ 5576887 w 5576887"/>
              <a:gd name="connsiteY4" fmla="*/ 1981201 h 198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3">
                <a:moveTo>
                  <a:pt x="0" y="1985963"/>
                </a:moveTo>
                <a:cubicBezTo>
                  <a:pt x="662780" y="1954213"/>
                  <a:pt x="1155198" y="1041692"/>
                  <a:pt x="1376362" y="810471"/>
                </a:cubicBezTo>
                <a:cubicBezTo>
                  <a:pt x="1706851" y="464954"/>
                  <a:pt x="2309654" y="-906"/>
                  <a:pt x="2781300" y="2"/>
                </a:cubicBezTo>
                <a:cubicBezTo>
                  <a:pt x="3252946" y="910"/>
                  <a:pt x="3860922" y="451097"/>
                  <a:pt x="4206240" y="815921"/>
                </a:cubicBezTo>
                <a:cubicBezTo>
                  <a:pt x="4409470" y="1030631"/>
                  <a:pt x="4902200" y="1943894"/>
                  <a:pt x="5576887" y="1981201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Distribusi t">
            <a:extLst>
              <a:ext uri="{FF2B5EF4-FFF2-40B4-BE49-F238E27FC236}">
                <a16:creationId xmlns:a16="http://schemas.microsoft.com/office/drawing/2014/main" id="{DA522290-5BA1-21EB-5D79-990AC87059E4}"/>
              </a:ext>
            </a:extLst>
          </p:cNvPr>
          <p:cNvSpPr/>
          <p:nvPr/>
        </p:nvSpPr>
        <p:spPr>
          <a:xfrm>
            <a:off x="3242243" y="4476492"/>
            <a:ext cx="5576887" cy="1481622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2002067 h 2002067"/>
              <a:gd name="connsiteX1" fmla="*/ 1338262 w 5576887"/>
              <a:gd name="connsiteY1" fmla="*/ 1449618 h 2002067"/>
              <a:gd name="connsiteX2" fmla="*/ 2781300 w 5576887"/>
              <a:gd name="connsiteY2" fmla="*/ 16106 h 2002067"/>
              <a:gd name="connsiteX3" fmla="*/ 4160520 w 5576887"/>
              <a:gd name="connsiteY3" fmla="*/ 760528 h 2002067"/>
              <a:gd name="connsiteX4" fmla="*/ 5576887 w 5576887"/>
              <a:gd name="connsiteY4" fmla="*/ 1997305 h 2002067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73 h 1986173"/>
              <a:gd name="connsiteX1" fmla="*/ 1376362 w 5576887"/>
              <a:gd name="connsiteY1" fmla="*/ 810681 h 1986173"/>
              <a:gd name="connsiteX2" fmla="*/ 2781300 w 5576887"/>
              <a:gd name="connsiteY2" fmla="*/ 212 h 1986173"/>
              <a:gd name="connsiteX3" fmla="*/ 4160520 w 5576887"/>
              <a:gd name="connsiteY3" fmla="*/ 744634 h 1986173"/>
              <a:gd name="connsiteX4" fmla="*/ 5576887 w 5576887"/>
              <a:gd name="connsiteY4" fmla="*/ 1981411 h 1986173"/>
              <a:gd name="connsiteX0" fmla="*/ 0 w 5576887"/>
              <a:gd name="connsiteY0" fmla="*/ 1986188 h 1986188"/>
              <a:gd name="connsiteX1" fmla="*/ 1376362 w 5576887"/>
              <a:gd name="connsiteY1" fmla="*/ 810696 h 1986188"/>
              <a:gd name="connsiteX2" fmla="*/ 2781300 w 5576887"/>
              <a:gd name="connsiteY2" fmla="*/ 227 h 1986188"/>
              <a:gd name="connsiteX3" fmla="*/ 4160520 w 5576887"/>
              <a:gd name="connsiteY3" fmla="*/ 744649 h 1986188"/>
              <a:gd name="connsiteX4" fmla="*/ 5576887 w 5576887"/>
              <a:gd name="connsiteY4" fmla="*/ 1981426 h 1986188"/>
              <a:gd name="connsiteX0" fmla="*/ 0 w 5576887"/>
              <a:gd name="connsiteY0" fmla="*/ 1985992 h 1985992"/>
              <a:gd name="connsiteX1" fmla="*/ 1376362 w 5576887"/>
              <a:gd name="connsiteY1" fmla="*/ 810500 h 1985992"/>
              <a:gd name="connsiteX2" fmla="*/ 2781300 w 5576887"/>
              <a:gd name="connsiteY2" fmla="*/ 31 h 1985992"/>
              <a:gd name="connsiteX3" fmla="*/ 4183380 w 5576887"/>
              <a:gd name="connsiteY3" fmla="*/ 785308 h 1985992"/>
              <a:gd name="connsiteX4" fmla="*/ 5576887 w 5576887"/>
              <a:gd name="connsiteY4" fmla="*/ 1981230 h 1985992"/>
              <a:gd name="connsiteX0" fmla="*/ 0 w 5576887"/>
              <a:gd name="connsiteY0" fmla="*/ 1985963 h 1985963"/>
              <a:gd name="connsiteX1" fmla="*/ 1376362 w 5576887"/>
              <a:gd name="connsiteY1" fmla="*/ 810471 h 1985963"/>
              <a:gd name="connsiteX2" fmla="*/ 2781300 w 5576887"/>
              <a:gd name="connsiteY2" fmla="*/ 2 h 1985963"/>
              <a:gd name="connsiteX3" fmla="*/ 4206240 w 5576887"/>
              <a:gd name="connsiteY3" fmla="*/ 815921 h 1985963"/>
              <a:gd name="connsiteX4" fmla="*/ 5576887 w 5576887"/>
              <a:gd name="connsiteY4" fmla="*/ 1981201 h 198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3">
                <a:moveTo>
                  <a:pt x="0" y="1985963"/>
                </a:moveTo>
                <a:cubicBezTo>
                  <a:pt x="662780" y="1954213"/>
                  <a:pt x="1155198" y="1041692"/>
                  <a:pt x="1376362" y="810471"/>
                </a:cubicBezTo>
                <a:cubicBezTo>
                  <a:pt x="1706851" y="464954"/>
                  <a:pt x="2309654" y="-906"/>
                  <a:pt x="2781300" y="2"/>
                </a:cubicBezTo>
                <a:cubicBezTo>
                  <a:pt x="3252946" y="910"/>
                  <a:pt x="3860922" y="451097"/>
                  <a:pt x="4206240" y="815921"/>
                </a:cubicBezTo>
                <a:cubicBezTo>
                  <a:pt x="4409470" y="1030631"/>
                  <a:pt x="4902200" y="1943894"/>
                  <a:pt x="5576887" y="1981201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" name="Connector bawah">
            <a:extLst>
              <a:ext uri="{FF2B5EF4-FFF2-40B4-BE49-F238E27FC236}">
                <a16:creationId xmlns:a16="http://schemas.microsoft.com/office/drawing/2014/main" id="{BC8A74E6-E6B1-BAE8-2D25-63FCBDC34B38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 flipV="1">
            <a:off x="3242243" y="5954561"/>
            <a:ext cx="5576887" cy="35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B3BC24-3545-9A72-1FC6-9B9D6C9FCEDD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018666" y="3972153"/>
            <a:ext cx="2341" cy="1982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DCE36327-91D9-923B-011A-F9F22BFFB91E}"/>
              </a:ext>
            </a:extLst>
          </p:cNvPr>
          <p:cNvSpPr/>
          <p:nvPr/>
        </p:nvSpPr>
        <p:spPr>
          <a:xfrm>
            <a:off x="6734059" y="3748088"/>
            <a:ext cx="914400" cy="372489"/>
          </a:xfrm>
          <a:prstGeom prst="wedgeRectCallout">
            <a:avLst>
              <a:gd name="adj1" fmla="val -55208"/>
              <a:gd name="adj2" fmla="val 12494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000">
                <a:latin typeface="Average Sans" panose="02000503040000020003" pitchFamily="2" charset="0"/>
              </a:rPr>
              <a:t>Distribusi normal (Z)</a:t>
            </a:r>
            <a:endParaRPr lang="en-ID" sz="1000">
              <a:latin typeface="Average Sans" panose="02000503040000020003" pitchFamily="2" charset="0"/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5CE475D3-26E8-1CAE-97B9-868F4662F508}"/>
              </a:ext>
            </a:extLst>
          </p:cNvPr>
          <p:cNvSpPr/>
          <p:nvPr/>
        </p:nvSpPr>
        <p:spPr>
          <a:xfrm>
            <a:off x="7799179" y="4590868"/>
            <a:ext cx="914400" cy="372489"/>
          </a:xfrm>
          <a:prstGeom prst="wedgeRectCallout">
            <a:avLst>
              <a:gd name="adj1" fmla="val -55208"/>
              <a:gd name="adj2" fmla="val 12494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1000">
                <a:latin typeface="Average Sans" panose="02000503040000020003" pitchFamily="2" charset="0"/>
              </a:rPr>
              <a:t>Distribusi </a:t>
            </a:r>
            <a:r>
              <a:rPr lang="id-ID" sz="1000" err="1">
                <a:latin typeface="Average Sans" panose="02000503040000020003" pitchFamily="2" charset="0"/>
              </a:rPr>
              <a:t>Student’s</a:t>
            </a:r>
            <a:r>
              <a:rPr lang="id-ID" sz="1000">
                <a:latin typeface="Average Sans" panose="02000503040000020003" pitchFamily="2" charset="0"/>
              </a:rPr>
              <a:t> t</a:t>
            </a:r>
            <a:endParaRPr lang="en-ID" sz="1000">
              <a:latin typeface="Average Sans" panose="02000503040000020003" pitchFamily="2" charset="0"/>
            </a:endParaRPr>
          </a:p>
        </p:txBody>
      </p:sp>
      <p:sp>
        <p:nvSpPr>
          <p:cNvPr id="12" name="Distribusi normal">
            <a:extLst>
              <a:ext uri="{FF2B5EF4-FFF2-40B4-BE49-F238E27FC236}">
                <a16:creationId xmlns:a16="http://schemas.microsoft.com/office/drawing/2014/main" id="{8F0ED836-27A0-E052-DE8A-FBB9C1FFD23A}"/>
              </a:ext>
            </a:extLst>
          </p:cNvPr>
          <p:cNvSpPr/>
          <p:nvPr/>
        </p:nvSpPr>
        <p:spPr>
          <a:xfrm>
            <a:off x="8256379" y="1051314"/>
            <a:ext cx="1577635" cy="90481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 w="47625"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77635"/>
                      <a:gd name="connsiteY0" fmla="*/ 904811 h 904811"/>
                      <a:gd name="connsiteX1" fmla="*/ 378578 w 1577635"/>
                      <a:gd name="connsiteY1" fmla="*/ 653113 h 904811"/>
                      <a:gd name="connsiteX2" fmla="*/ 786796 w 1577635"/>
                      <a:gd name="connsiteY2" fmla="*/ 0 h 904811"/>
                      <a:gd name="connsiteX3" fmla="*/ 1196362 w 1577635"/>
                      <a:gd name="connsiteY3" fmla="*/ 650942 h 904811"/>
                      <a:gd name="connsiteX4" fmla="*/ 1577635 w 1577635"/>
                      <a:gd name="connsiteY4" fmla="*/ 902641 h 9048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77635" h="904811" extrusionOk="0">
                        <a:moveTo>
                          <a:pt x="0" y="904811"/>
                        </a:moveTo>
                        <a:cubicBezTo>
                          <a:pt x="184479" y="888486"/>
                          <a:pt x="287189" y="752313"/>
                          <a:pt x="378578" y="653113"/>
                        </a:cubicBezTo>
                        <a:cubicBezTo>
                          <a:pt x="492354" y="526524"/>
                          <a:pt x="645209" y="529"/>
                          <a:pt x="786796" y="0"/>
                        </a:cubicBezTo>
                        <a:cubicBezTo>
                          <a:pt x="908588" y="13803"/>
                          <a:pt x="1087483" y="513615"/>
                          <a:pt x="1196362" y="650942"/>
                        </a:cubicBezTo>
                        <a:cubicBezTo>
                          <a:pt x="1235528" y="721305"/>
                          <a:pt x="1413996" y="898651"/>
                          <a:pt x="1577635" y="90264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Distribusi normal">
            <a:extLst>
              <a:ext uri="{FF2B5EF4-FFF2-40B4-BE49-F238E27FC236}">
                <a16:creationId xmlns:a16="http://schemas.microsoft.com/office/drawing/2014/main" id="{EA46E83A-144D-EE09-EC27-885A0F6EEF36}"/>
              </a:ext>
            </a:extLst>
          </p:cNvPr>
          <p:cNvSpPr/>
          <p:nvPr/>
        </p:nvSpPr>
        <p:spPr>
          <a:xfrm>
            <a:off x="8814253" y="1051314"/>
            <a:ext cx="1577635" cy="904811"/>
          </a:xfrm>
          <a:custGeom>
            <a:avLst/>
            <a:gdLst>
              <a:gd name="connsiteX0" fmla="*/ 0 w 5553075"/>
              <a:gd name="connsiteY0" fmla="*/ 2019301 h 2019301"/>
              <a:gd name="connsiteX1" fmla="*/ 1428750 w 5553075"/>
              <a:gd name="connsiteY1" fmla="*/ 1352551 h 2019301"/>
              <a:gd name="connsiteX2" fmla="*/ 2733675 w 5553075"/>
              <a:gd name="connsiteY2" fmla="*/ 1 h 2019301"/>
              <a:gd name="connsiteX3" fmla="*/ 4067175 w 5553075"/>
              <a:gd name="connsiteY3" fmla="*/ 1343026 h 2019301"/>
              <a:gd name="connsiteX4" fmla="*/ 5553075 w 5553075"/>
              <a:gd name="connsiteY4" fmla="*/ 2009776 h 2019301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53075"/>
              <a:gd name="connsiteY0" fmla="*/ 1995489 h 1995489"/>
              <a:gd name="connsiteX1" fmla="*/ 1428750 w 5553075"/>
              <a:gd name="connsiteY1" fmla="*/ 1328739 h 1995489"/>
              <a:gd name="connsiteX2" fmla="*/ 2776538 w 5553075"/>
              <a:gd name="connsiteY2" fmla="*/ 2 h 1995489"/>
              <a:gd name="connsiteX3" fmla="*/ 4067175 w 5553075"/>
              <a:gd name="connsiteY3" fmla="*/ 1319214 h 1995489"/>
              <a:gd name="connsiteX4" fmla="*/ 5553075 w 5553075"/>
              <a:gd name="connsiteY4" fmla="*/ 1985964 h 1995489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0726 h 1990726"/>
              <a:gd name="connsiteX1" fmla="*/ 1452562 w 5576887"/>
              <a:gd name="connsiteY1" fmla="*/ 1328739 h 1990726"/>
              <a:gd name="connsiteX2" fmla="*/ 2800350 w 5576887"/>
              <a:gd name="connsiteY2" fmla="*/ 2 h 1990726"/>
              <a:gd name="connsiteX3" fmla="*/ 4090987 w 5576887"/>
              <a:gd name="connsiteY3" fmla="*/ 1319214 h 1990726"/>
              <a:gd name="connsiteX4" fmla="*/ 5576887 w 5576887"/>
              <a:gd name="connsiteY4" fmla="*/ 1985964 h 1990726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2508 h 1992508"/>
              <a:gd name="connsiteX1" fmla="*/ 1452562 w 5576887"/>
              <a:gd name="connsiteY1" fmla="*/ 1330521 h 1992508"/>
              <a:gd name="connsiteX2" fmla="*/ 2800350 w 5576887"/>
              <a:gd name="connsiteY2" fmla="*/ 1784 h 1992508"/>
              <a:gd name="connsiteX3" fmla="*/ 4510087 w 5576887"/>
              <a:gd name="connsiteY3" fmla="*/ 1640083 h 1992508"/>
              <a:gd name="connsiteX4" fmla="*/ 5576887 w 5576887"/>
              <a:gd name="connsiteY4" fmla="*/ 1987746 h 1992508"/>
              <a:gd name="connsiteX0" fmla="*/ 0 w 5576887"/>
              <a:gd name="connsiteY0" fmla="*/ 1991491 h 1991491"/>
              <a:gd name="connsiteX1" fmla="*/ 1452562 w 5576887"/>
              <a:gd name="connsiteY1" fmla="*/ 1329504 h 1991491"/>
              <a:gd name="connsiteX2" fmla="*/ 2800350 w 5576887"/>
              <a:gd name="connsiteY2" fmla="*/ 767 h 1991491"/>
              <a:gd name="connsiteX3" fmla="*/ 4386262 w 5576887"/>
              <a:gd name="connsiteY3" fmla="*/ 1529528 h 1991491"/>
              <a:gd name="connsiteX4" fmla="*/ 5576887 w 5576887"/>
              <a:gd name="connsiteY4" fmla="*/ 1986729 h 1991491"/>
              <a:gd name="connsiteX0" fmla="*/ 0 w 5576887"/>
              <a:gd name="connsiteY0" fmla="*/ 1991262 h 1991262"/>
              <a:gd name="connsiteX1" fmla="*/ 1452562 w 5576887"/>
              <a:gd name="connsiteY1" fmla="*/ 1329275 h 1991262"/>
              <a:gd name="connsiteX2" fmla="*/ 2800350 w 5576887"/>
              <a:gd name="connsiteY2" fmla="*/ 538 h 1991262"/>
              <a:gd name="connsiteX3" fmla="*/ 4357687 w 5576887"/>
              <a:gd name="connsiteY3" fmla="*/ 1495961 h 1991262"/>
              <a:gd name="connsiteX4" fmla="*/ 5576887 w 5576887"/>
              <a:gd name="connsiteY4" fmla="*/ 1986500 h 1991262"/>
              <a:gd name="connsiteX0" fmla="*/ 0 w 5576887"/>
              <a:gd name="connsiteY0" fmla="*/ 1986518 h 1986518"/>
              <a:gd name="connsiteX1" fmla="*/ 1452562 w 5576887"/>
              <a:gd name="connsiteY1" fmla="*/ 1324531 h 1986518"/>
              <a:gd name="connsiteX2" fmla="*/ 2781300 w 5576887"/>
              <a:gd name="connsiteY2" fmla="*/ 557 h 1986518"/>
              <a:gd name="connsiteX3" fmla="*/ 4357687 w 5576887"/>
              <a:gd name="connsiteY3" fmla="*/ 1491217 h 1986518"/>
              <a:gd name="connsiteX4" fmla="*/ 5576887 w 5576887"/>
              <a:gd name="connsiteY4" fmla="*/ 1981756 h 1986518"/>
              <a:gd name="connsiteX0" fmla="*/ 0 w 5576887"/>
              <a:gd name="connsiteY0" fmla="*/ 1987118 h 1987118"/>
              <a:gd name="connsiteX1" fmla="*/ 1452562 w 5576887"/>
              <a:gd name="connsiteY1" fmla="*/ 1325131 h 1987118"/>
              <a:gd name="connsiteX2" fmla="*/ 2781300 w 5576887"/>
              <a:gd name="connsiteY2" fmla="*/ 1157 h 1987118"/>
              <a:gd name="connsiteX3" fmla="*/ 4357687 w 5576887"/>
              <a:gd name="connsiteY3" fmla="*/ 1491817 h 1987118"/>
              <a:gd name="connsiteX4" fmla="*/ 5576887 w 5576887"/>
              <a:gd name="connsiteY4" fmla="*/ 1982356 h 1987118"/>
              <a:gd name="connsiteX0" fmla="*/ 0 w 5576887"/>
              <a:gd name="connsiteY0" fmla="*/ 1985981 h 1985981"/>
              <a:gd name="connsiteX1" fmla="*/ 1452562 w 5576887"/>
              <a:gd name="connsiteY1" fmla="*/ 1323994 h 1985981"/>
              <a:gd name="connsiteX2" fmla="*/ 2781300 w 5576887"/>
              <a:gd name="connsiteY2" fmla="*/ 20 h 1985981"/>
              <a:gd name="connsiteX3" fmla="*/ 4357687 w 5576887"/>
              <a:gd name="connsiteY3" fmla="*/ 1490680 h 1985981"/>
              <a:gd name="connsiteX4" fmla="*/ 5576887 w 5576887"/>
              <a:gd name="connsiteY4" fmla="*/ 1981219 h 1985981"/>
              <a:gd name="connsiteX0" fmla="*/ 0 w 5576887"/>
              <a:gd name="connsiteY0" fmla="*/ 1986517 h 1986517"/>
              <a:gd name="connsiteX1" fmla="*/ 1452562 w 5576887"/>
              <a:gd name="connsiteY1" fmla="*/ 1324530 h 1986517"/>
              <a:gd name="connsiteX2" fmla="*/ 2781300 w 5576887"/>
              <a:gd name="connsiteY2" fmla="*/ 556 h 1986517"/>
              <a:gd name="connsiteX3" fmla="*/ 4338637 w 5576887"/>
              <a:gd name="connsiteY3" fmla="*/ 1491216 h 1986517"/>
              <a:gd name="connsiteX4" fmla="*/ 5576887 w 5576887"/>
              <a:gd name="connsiteY4" fmla="*/ 1981755 h 1986517"/>
              <a:gd name="connsiteX0" fmla="*/ 0 w 5576887"/>
              <a:gd name="connsiteY0" fmla="*/ 1986022 h 1986022"/>
              <a:gd name="connsiteX1" fmla="*/ 1338262 w 5576887"/>
              <a:gd name="connsiteY1" fmla="*/ 1433573 h 1986022"/>
              <a:gd name="connsiteX2" fmla="*/ 2781300 w 5576887"/>
              <a:gd name="connsiteY2" fmla="*/ 61 h 1986022"/>
              <a:gd name="connsiteX3" fmla="*/ 4338637 w 5576887"/>
              <a:gd name="connsiteY3" fmla="*/ 1490721 h 1986022"/>
              <a:gd name="connsiteX4" fmla="*/ 5576887 w 5576887"/>
              <a:gd name="connsiteY4" fmla="*/ 1981260 h 1986022"/>
              <a:gd name="connsiteX0" fmla="*/ 0 w 5576887"/>
              <a:gd name="connsiteY0" fmla="*/ 1986027 h 1986027"/>
              <a:gd name="connsiteX1" fmla="*/ 1338262 w 5576887"/>
              <a:gd name="connsiteY1" fmla="*/ 1433578 h 1986027"/>
              <a:gd name="connsiteX2" fmla="*/ 2781300 w 5576887"/>
              <a:gd name="connsiteY2" fmla="*/ 66 h 1986027"/>
              <a:gd name="connsiteX3" fmla="*/ 4338637 w 5576887"/>
              <a:gd name="connsiteY3" fmla="*/ 1490726 h 1986027"/>
              <a:gd name="connsiteX4" fmla="*/ 5576887 w 5576887"/>
              <a:gd name="connsiteY4" fmla="*/ 1981265 h 1986027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6018 h 1986018"/>
              <a:gd name="connsiteX1" fmla="*/ 1338262 w 5576887"/>
              <a:gd name="connsiteY1" fmla="*/ 1433569 h 1986018"/>
              <a:gd name="connsiteX2" fmla="*/ 2781300 w 5576887"/>
              <a:gd name="connsiteY2" fmla="*/ 57 h 1986018"/>
              <a:gd name="connsiteX3" fmla="*/ 4338637 w 5576887"/>
              <a:gd name="connsiteY3" fmla="*/ 1490717 h 1986018"/>
              <a:gd name="connsiteX4" fmla="*/ 5576887 w 5576887"/>
              <a:gd name="connsiteY4" fmla="*/ 1981256 h 1986018"/>
              <a:gd name="connsiteX0" fmla="*/ 0 w 5576887"/>
              <a:gd name="connsiteY0" fmla="*/ 1986019 h 1986019"/>
              <a:gd name="connsiteX1" fmla="*/ 1338262 w 5576887"/>
              <a:gd name="connsiteY1" fmla="*/ 1433570 h 1986019"/>
              <a:gd name="connsiteX2" fmla="*/ 2781300 w 5576887"/>
              <a:gd name="connsiteY2" fmla="*/ 58 h 1986019"/>
              <a:gd name="connsiteX3" fmla="*/ 4338637 w 5576887"/>
              <a:gd name="connsiteY3" fmla="*/ 1490718 h 1986019"/>
              <a:gd name="connsiteX4" fmla="*/ 5576887 w 5576887"/>
              <a:gd name="connsiteY4" fmla="*/ 1981257 h 1986019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338637 w 5576887"/>
              <a:gd name="connsiteY3" fmla="*/ 1490660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  <a:gd name="connsiteX0" fmla="*/ 0 w 5576887"/>
              <a:gd name="connsiteY0" fmla="*/ 1985961 h 1985961"/>
              <a:gd name="connsiteX1" fmla="*/ 1338262 w 5576887"/>
              <a:gd name="connsiteY1" fmla="*/ 1433512 h 1985961"/>
              <a:gd name="connsiteX2" fmla="*/ 2781300 w 5576887"/>
              <a:gd name="connsiteY2" fmla="*/ 0 h 1985961"/>
              <a:gd name="connsiteX3" fmla="*/ 4229100 w 5576887"/>
              <a:gd name="connsiteY3" fmla="*/ 1428748 h 1985961"/>
              <a:gd name="connsiteX4" fmla="*/ 5576887 w 5576887"/>
              <a:gd name="connsiteY4" fmla="*/ 1981199 h 198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6887" h="1985961">
                <a:moveTo>
                  <a:pt x="0" y="1985961"/>
                </a:moveTo>
                <a:cubicBezTo>
                  <a:pt x="662780" y="1954211"/>
                  <a:pt x="1088948" y="1634060"/>
                  <a:pt x="1338262" y="1433512"/>
                </a:cubicBezTo>
                <a:cubicBezTo>
                  <a:pt x="1691611" y="1149278"/>
                  <a:pt x="2299494" y="794"/>
                  <a:pt x="2781300" y="0"/>
                </a:cubicBezTo>
                <a:cubicBezTo>
                  <a:pt x="3263106" y="-794"/>
                  <a:pt x="3853629" y="1095037"/>
                  <a:pt x="4229100" y="1428748"/>
                </a:cubicBezTo>
                <a:cubicBezTo>
                  <a:pt x="4424710" y="1602602"/>
                  <a:pt x="4902200" y="1943892"/>
                  <a:pt x="5576887" y="1981199"/>
                </a:cubicBezTo>
              </a:path>
            </a:pathLst>
          </a:custGeom>
          <a:noFill/>
          <a:ln w="47625"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0 w 1577635"/>
                      <a:gd name="connsiteY0" fmla="*/ 904811 h 904811"/>
                      <a:gd name="connsiteX1" fmla="*/ 378578 w 1577635"/>
                      <a:gd name="connsiteY1" fmla="*/ 653113 h 904811"/>
                      <a:gd name="connsiteX2" fmla="*/ 786796 w 1577635"/>
                      <a:gd name="connsiteY2" fmla="*/ 0 h 904811"/>
                      <a:gd name="connsiteX3" fmla="*/ 1196362 w 1577635"/>
                      <a:gd name="connsiteY3" fmla="*/ 650942 h 904811"/>
                      <a:gd name="connsiteX4" fmla="*/ 1577635 w 1577635"/>
                      <a:gd name="connsiteY4" fmla="*/ 902641 h 9048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77635" h="904811" extrusionOk="0">
                        <a:moveTo>
                          <a:pt x="0" y="904811"/>
                        </a:moveTo>
                        <a:cubicBezTo>
                          <a:pt x="180216" y="890656"/>
                          <a:pt x="327075" y="763188"/>
                          <a:pt x="378578" y="653113"/>
                        </a:cubicBezTo>
                        <a:cubicBezTo>
                          <a:pt x="485175" y="537240"/>
                          <a:pt x="650727" y="7312"/>
                          <a:pt x="786796" y="0"/>
                        </a:cubicBezTo>
                        <a:cubicBezTo>
                          <a:pt x="920447" y="-4355"/>
                          <a:pt x="1116414" y="530663"/>
                          <a:pt x="1196362" y="650942"/>
                        </a:cubicBezTo>
                        <a:cubicBezTo>
                          <a:pt x="1261565" y="693446"/>
                          <a:pt x="1401370" y="912856"/>
                          <a:pt x="1577635" y="902641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6" name="Connector bawah">
            <a:extLst>
              <a:ext uri="{FF2B5EF4-FFF2-40B4-BE49-F238E27FC236}">
                <a16:creationId xmlns:a16="http://schemas.microsoft.com/office/drawing/2014/main" id="{9A146CCB-7F75-3211-4B41-10B95B45DB11}"/>
              </a:ext>
            </a:extLst>
          </p:cNvPr>
          <p:cNvCxnSpPr>
            <a:cxnSpLocks/>
          </p:cNvCxnSpPr>
          <p:nvPr/>
        </p:nvCxnSpPr>
        <p:spPr>
          <a:xfrm>
            <a:off x="8121650" y="2022390"/>
            <a:ext cx="2463800" cy="0"/>
          </a:xfrm>
          <a:prstGeom prst="line">
            <a:avLst/>
          </a:prstGeom>
          <a:ln w="47625" cap="rnd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26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nsSerifBldFLF-Average">
      <a:majorFont>
        <a:latin typeface="SansSerifBldFLF"/>
        <a:ea typeface=""/>
        <a:cs typeface=""/>
      </a:majorFont>
      <a:minorFont>
        <a:latin typeface="Averag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2800</TotalTime>
  <Words>360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Aharoni</vt:lpstr>
      <vt:lpstr>Arial</vt:lpstr>
      <vt:lpstr>Average Sans</vt:lpstr>
      <vt:lpstr>Calibri</vt:lpstr>
      <vt:lpstr>Calibri Light</vt:lpstr>
      <vt:lpstr>Cambria Math</vt:lpstr>
      <vt:lpstr>CMU Serif</vt:lpstr>
      <vt:lpstr>LM Sans 10</vt:lpstr>
      <vt:lpstr>SansSerifBldFLF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Mubdi Bindar</dc:creator>
  <cp:lastModifiedBy>Muhammad Abdul Mubdi Bindar</cp:lastModifiedBy>
  <cp:revision>2</cp:revision>
  <dcterms:created xsi:type="dcterms:W3CDTF">2022-09-25T23:54:10Z</dcterms:created>
  <dcterms:modified xsi:type="dcterms:W3CDTF">2026-03-02T23:37:21Z</dcterms:modified>
</cp:coreProperties>
</file>